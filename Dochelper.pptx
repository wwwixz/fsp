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092" y="5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F18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4135695" y="3042"/>
            <a:ext cx="5969000" cy="5232400"/>
          </a:xfrm>
          <a:custGeom>
            <a:avLst/>
            <a:gdLst/>
            <a:ahLst/>
            <a:cxnLst/>
            <a:rect l="l" t="t" r="r" b="b"/>
            <a:pathLst>
              <a:path w="5969000" h="5232400">
                <a:moveTo>
                  <a:pt x="3429824" y="5219700"/>
                </a:moveTo>
                <a:lnTo>
                  <a:pt x="2852707" y="5219700"/>
                </a:lnTo>
                <a:lnTo>
                  <a:pt x="2900321" y="5232400"/>
                </a:lnTo>
                <a:lnTo>
                  <a:pt x="3382209" y="5232400"/>
                </a:lnTo>
                <a:lnTo>
                  <a:pt x="3429824" y="5219700"/>
                </a:lnTo>
                <a:close/>
              </a:path>
              <a:path w="5969000" h="5232400">
                <a:moveTo>
                  <a:pt x="3571423" y="5207000"/>
                </a:moveTo>
                <a:lnTo>
                  <a:pt x="2711108" y="5207000"/>
                </a:lnTo>
                <a:lnTo>
                  <a:pt x="2758095" y="5219700"/>
                </a:lnTo>
                <a:lnTo>
                  <a:pt x="3524436" y="5219700"/>
                </a:lnTo>
                <a:lnTo>
                  <a:pt x="3571423" y="5207000"/>
                </a:lnTo>
                <a:close/>
              </a:path>
              <a:path w="5969000" h="5232400">
                <a:moveTo>
                  <a:pt x="3711045" y="5181600"/>
                </a:moveTo>
                <a:lnTo>
                  <a:pt x="2571486" y="5181600"/>
                </a:lnTo>
                <a:lnTo>
                  <a:pt x="2664340" y="5207000"/>
                </a:lnTo>
                <a:lnTo>
                  <a:pt x="3618190" y="5207000"/>
                </a:lnTo>
                <a:lnTo>
                  <a:pt x="3711045" y="5181600"/>
                </a:lnTo>
                <a:close/>
              </a:path>
              <a:path w="5969000" h="5232400">
                <a:moveTo>
                  <a:pt x="3938968" y="5130800"/>
                </a:moveTo>
                <a:lnTo>
                  <a:pt x="2343562" y="5130800"/>
                </a:lnTo>
                <a:lnTo>
                  <a:pt x="2525409" y="5181600"/>
                </a:lnTo>
                <a:lnTo>
                  <a:pt x="3757121" y="5181600"/>
                </a:lnTo>
                <a:lnTo>
                  <a:pt x="3938968" y="5130800"/>
                </a:lnTo>
                <a:close/>
              </a:path>
              <a:path w="5969000" h="5232400">
                <a:moveTo>
                  <a:pt x="5482562" y="0"/>
                </a:moveTo>
                <a:lnTo>
                  <a:pt x="799968" y="0"/>
                </a:lnTo>
                <a:lnTo>
                  <a:pt x="781297" y="25400"/>
                </a:lnTo>
                <a:lnTo>
                  <a:pt x="751760" y="63500"/>
                </a:lnTo>
                <a:lnTo>
                  <a:pt x="722707" y="88900"/>
                </a:lnTo>
                <a:lnTo>
                  <a:pt x="694142" y="127000"/>
                </a:lnTo>
                <a:lnTo>
                  <a:pt x="666072" y="165100"/>
                </a:lnTo>
                <a:lnTo>
                  <a:pt x="638501" y="203200"/>
                </a:lnTo>
                <a:lnTo>
                  <a:pt x="611435" y="241300"/>
                </a:lnTo>
                <a:lnTo>
                  <a:pt x="584879" y="266700"/>
                </a:lnTo>
                <a:lnTo>
                  <a:pt x="558838" y="304800"/>
                </a:lnTo>
                <a:lnTo>
                  <a:pt x="533318" y="342900"/>
                </a:lnTo>
                <a:lnTo>
                  <a:pt x="508324" y="381000"/>
                </a:lnTo>
                <a:lnTo>
                  <a:pt x="483861" y="419100"/>
                </a:lnTo>
                <a:lnTo>
                  <a:pt x="459934" y="457200"/>
                </a:lnTo>
                <a:lnTo>
                  <a:pt x="436549" y="495300"/>
                </a:lnTo>
                <a:lnTo>
                  <a:pt x="413711" y="533400"/>
                </a:lnTo>
                <a:lnTo>
                  <a:pt x="391425" y="571500"/>
                </a:lnTo>
                <a:lnTo>
                  <a:pt x="369697" y="622300"/>
                </a:lnTo>
                <a:lnTo>
                  <a:pt x="348532" y="660400"/>
                </a:lnTo>
                <a:lnTo>
                  <a:pt x="327934" y="698500"/>
                </a:lnTo>
                <a:lnTo>
                  <a:pt x="307910" y="736600"/>
                </a:lnTo>
                <a:lnTo>
                  <a:pt x="288465" y="774700"/>
                </a:lnTo>
                <a:lnTo>
                  <a:pt x="269604" y="825500"/>
                </a:lnTo>
                <a:lnTo>
                  <a:pt x="251332" y="863600"/>
                </a:lnTo>
                <a:lnTo>
                  <a:pt x="233654" y="901700"/>
                </a:lnTo>
                <a:lnTo>
                  <a:pt x="216576" y="952500"/>
                </a:lnTo>
                <a:lnTo>
                  <a:pt x="200103" y="990600"/>
                </a:lnTo>
                <a:lnTo>
                  <a:pt x="184241" y="1028700"/>
                </a:lnTo>
                <a:lnTo>
                  <a:pt x="168994" y="1079500"/>
                </a:lnTo>
                <a:lnTo>
                  <a:pt x="154368" y="1117600"/>
                </a:lnTo>
                <a:lnTo>
                  <a:pt x="140368" y="1168400"/>
                </a:lnTo>
                <a:lnTo>
                  <a:pt x="127000" y="1206500"/>
                </a:lnTo>
                <a:lnTo>
                  <a:pt x="114269" y="1257300"/>
                </a:lnTo>
                <a:lnTo>
                  <a:pt x="102179" y="1295400"/>
                </a:lnTo>
                <a:lnTo>
                  <a:pt x="90737" y="1346200"/>
                </a:lnTo>
                <a:lnTo>
                  <a:pt x="79947" y="1384300"/>
                </a:lnTo>
                <a:lnTo>
                  <a:pt x="69815" y="1435100"/>
                </a:lnTo>
                <a:lnTo>
                  <a:pt x="60346" y="1485900"/>
                </a:lnTo>
                <a:lnTo>
                  <a:pt x="51546" y="1524000"/>
                </a:lnTo>
                <a:lnTo>
                  <a:pt x="43419" y="1574800"/>
                </a:lnTo>
                <a:lnTo>
                  <a:pt x="35972" y="1625600"/>
                </a:lnTo>
                <a:lnTo>
                  <a:pt x="29208" y="1663700"/>
                </a:lnTo>
                <a:lnTo>
                  <a:pt x="23134" y="1714500"/>
                </a:lnTo>
                <a:lnTo>
                  <a:pt x="17755" y="1765300"/>
                </a:lnTo>
                <a:lnTo>
                  <a:pt x="13076" y="1803400"/>
                </a:lnTo>
                <a:lnTo>
                  <a:pt x="9103" y="1854200"/>
                </a:lnTo>
                <a:lnTo>
                  <a:pt x="5840" y="1905000"/>
                </a:lnTo>
                <a:lnTo>
                  <a:pt x="3292" y="1955800"/>
                </a:lnTo>
                <a:lnTo>
                  <a:pt x="1467" y="2006600"/>
                </a:lnTo>
                <a:lnTo>
                  <a:pt x="367" y="2044700"/>
                </a:lnTo>
                <a:lnTo>
                  <a:pt x="0" y="2095500"/>
                </a:lnTo>
                <a:lnTo>
                  <a:pt x="367" y="2146300"/>
                </a:lnTo>
                <a:lnTo>
                  <a:pt x="1467" y="2197100"/>
                </a:lnTo>
                <a:lnTo>
                  <a:pt x="3292" y="2247900"/>
                </a:lnTo>
                <a:lnTo>
                  <a:pt x="5840" y="2286000"/>
                </a:lnTo>
                <a:lnTo>
                  <a:pt x="9103" y="2336800"/>
                </a:lnTo>
                <a:lnTo>
                  <a:pt x="13076" y="2387600"/>
                </a:lnTo>
                <a:lnTo>
                  <a:pt x="17755" y="2438400"/>
                </a:lnTo>
                <a:lnTo>
                  <a:pt x="23134" y="2476500"/>
                </a:lnTo>
                <a:lnTo>
                  <a:pt x="29208" y="2527300"/>
                </a:lnTo>
                <a:lnTo>
                  <a:pt x="35972" y="2578100"/>
                </a:lnTo>
                <a:lnTo>
                  <a:pt x="43419" y="2616200"/>
                </a:lnTo>
                <a:lnTo>
                  <a:pt x="51546" y="2667000"/>
                </a:lnTo>
                <a:lnTo>
                  <a:pt x="60346" y="2717800"/>
                </a:lnTo>
                <a:lnTo>
                  <a:pt x="69815" y="2755900"/>
                </a:lnTo>
                <a:lnTo>
                  <a:pt x="79947" y="2806700"/>
                </a:lnTo>
                <a:lnTo>
                  <a:pt x="90737" y="2844800"/>
                </a:lnTo>
                <a:lnTo>
                  <a:pt x="102179" y="2895600"/>
                </a:lnTo>
                <a:lnTo>
                  <a:pt x="114269" y="2933700"/>
                </a:lnTo>
                <a:lnTo>
                  <a:pt x="127000" y="2984500"/>
                </a:lnTo>
                <a:lnTo>
                  <a:pt x="140368" y="3022600"/>
                </a:lnTo>
                <a:lnTo>
                  <a:pt x="154368" y="3073400"/>
                </a:lnTo>
                <a:lnTo>
                  <a:pt x="168994" y="3111500"/>
                </a:lnTo>
                <a:lnTo>
                  <a:pt x="184241" y="3162300"/>
                </a:lnTo>
                <a:lnTo>
                  <a:pt x="200103" y="3200400"/>
                </a:lnTo>
                <a:lnTo>
                  <a:pt x="216576" y="3251200"/>
                </a:lnTo>
                <a:lnTo>
                  <a:pt x="233654" y="3289300"/>
                </a:lnTo>
                <a:lnTo>
                  <a:pt x="251332" y="3327400"/>
                </a:lnTo>
                <a:lnTo>
                  <a:pt x="269604" y="3378200"/>
                </a:lnTo>
                <a:lnTo>
                  <a:pt x="288465" y="3416300"/>
                </a:lnTo>
                <a:lnTo>
                  <a:pt x="307910" y="3454400"/>
                </a:lnTo>
                <a:lnTo>
                  <a:pt x="327934" y="3492500"/>
                </a:lnTo>
                <a:lnTo>
                  <a:pt x="348532" y="3543300"/>
                </a:lnTo>
                <a:lnTo>
                  <a:pt x="369697" y="3581400"/>
                </a:lnTo>
                <a:lnTo>
                  <a:pt x="391425" y="3619500"/>
                </a:lnTo>
                <a:lnTo>
                  <a:pt x="413711" y="3657600"/>
                </a:lnTo>
                <a:lnTo>
                  <a:pt x="436549" y="3695700"/>
                </a:lnTo>
                <a:lnTo>
                  <a:pt x="459934" y="3733800"/>
                </a:lnTo>
                <a:lnTo>
                  <a:pt x="483861" y="3771900"/>
                </a:lnTo>
                <a:lnTo>
                  <a:pt x="508324" y="3810000"/>
                </a:lnTo>
                <a:lnTo>
                  <a:pt x="533318" y="3848100"/>
                </a:lnTo>
                <a:lnTo>
                  <a:pt x="558838" y="3886200"/>
                </a:lnTo>
                <a:lnTo>
                  <a:pt x="584879" y="3924300"/>
                </a:lnTo>
                <a:lnTo>
                  <a:pt x="611435" y="3962400"/>
                </a:lnTo>
                <a:lnTo>
                  <a:pt x="638501" y="4000500"/>
                </a:lnTo>
                <a:lnTo>
                  <a:pt x="666072" y="4025900"/>
                </a:lnTo>
                <a:lnTo>
                  <a:pt x="694142" y="4064000"/>
                </a:lnTo>
                <a:lnTo>
                  <a:pt x="722707" y="4102100"/>
                </a:lnTo>
                <a:lnTo>
                  <a:pt x="751760" y="4140200"/>
                </a:lnTo>
                <a:lnTo>
                  <a:pt x="781297" y="4165600"/>
                </a:lnTo>
                <a:lnTo>
                  <a:pt x="811312" y="4203700"/>
                </a:lnTo>
                <a:lnTo>
                  <a:pt x="841801" y="4241800"/>
                </a:lnTo>
                <a:lnTo>
                  <a:pt x="872757" y="4267200"/>
                </a:lnTo>
                <a:lnTo>
                  <a:pt x="904175" y="4305300"/>
                </a:lnTo>
                <a:lnTo>
                  <a:pt x="936051" y="4330700"/>
                </a:lnTo>
                <a:lnTo>
                  <a:pt x="968379" y="4368800"/>
                </a:lnTo>
                <a:lnTo>
                  <a:pt x="1001154" y="4394200"/>
                </a:lnTo>
                <a:lnTo>
                  <a:pt x="1034370" y="4432300"/>
                </a:lnTo>
                <a:lnTo>
                  <a:pt x="1102105" y="4483100"/>
                </a:lnTo>
                <a:lnTo>
                  <a:pt x="1136613" y="4521200"/>
                </a:lnTo>
                <a:lnTo>
                  <a:pt x="1206885" y="4572000"/>
                </a:lnTo>
                <a:lnTo>
                  <a:pt x="1278797" y="4622800"/>
                </a:lnTo>
                <a:lnTo>
                  <a:pt x="1352305" y="4673600"/>
                </a:lnTo>
                <a:lnTo>
                  <a:pt x="1389644" y="4711700"/>
                </a:lnTo>
                <a:lnTo>
                  <a:pt x="1427367" y="4724400"/>
                </a:lnTo>
                <a:lnTo>
                  <a:pt x="1503941" y="4775200"/>
                </a:lnTo>
                <a:lnTo>
                  <a:pt x="1621546" y="4851400"/>
                </a:lnTo>
                <a:lnTo>
                  <a:pt x="1661458" y="4864100"/>
                </a:lnTo>
                <a:lnTo>
                  <a:pt x="1742315" y="4914900"/>
                </a:lnTo>
                <a:lnTo>
                  <a:pt x="1783250" y="4927600"/>
                </a:lnTo>
                <a:lnTo>
                  <a:pt x="1824516" y="4953000"/>
                </a:lnTo>
                <a:lnTo>
                  <a:pt x="1866107" y="4965700"/>
                </a:lnTo>
                <a:lnTo>
                  <a:pt x="1908018" y="4991100"/>
                </a:lnTo>
                <a:lnTo>
                  <a:pt x="1992778" y="5016500"/>
                </a:lnTo>
                <a:lnTo>
                  <a:pt x="2035617" y="5041900"/>
                </a:lnTo>
                <a:lnTo>
                  <a:pt x="2254189" y="5105400"/>
                </a:lnTo>
                <a:lnTo>
                  <a:pt x="2298742" y="5130800"/>
                </a:lnTo>
                <a:lnTo>
                  <a:pt x="3983788" y="5130800"/>
                </a:lnTo>
                <a:lnTo>
                  <a:pt x="4028341" y="5105400"/>
                </a:lnTo>
                <a:lnTo>
                  <a:pt x="4246913" y="5041900"/>
                </a:lnTo>
                <a:lnTo>
                  <a:pt x="4289752" y="5016500"/>
                </a:lnTo>
                <a:lnTo>
                  <a:pt x="4374513" y="4991100"/>
                </a:lnTo>
                <a:lnTo>
                  <a:pt x="4416423" y="4965700"/>
                </a:lnTo>
                <a:lnTo>
                  <a:pt x="4458014" y="4953000"/>
                </a:lnTo>
                <a:lnTo>
                  <a:pt x="4499280" y="4927600"/>
                </a:lnTo>
                <a:lnTo>
                  <a:pt x="4540215" y="4914900"/>
                </a:lnTo>
                <a:lnTo>
                  <a:pt x="4621072" y="4864100"/>
                </a:lnTo>
                <a:lnTo>
                  <a:pt x="4660984" y="4851400"/>
                </a:lnTo>
                <a:lnTo>
                  <a:pt x="4778589" y="4775200"/>
                </a:lnTo>
                <a:lnTo>
                  <a:pt x="4855163" y="4724400"/>
                </a:lnTo>
                <a:lnTo>
                  <a:pt x="4892886" y="4711700"/>
                </a:lnTo>
                <a:lnTo>
                  <a:pt x="4930226" y="4673600"/>
                </a:lnTo>
                <a:lnTo>
                  <a:pt x="5003733" y="4622800"/>
                </a:lnTo>
                <a:lnTo>
                  <a:pt x="5075645" y="4572000"/>
                </a:lnTo>
                <a:lnTo>
                  <a:pt x="5145917" y="4521200"/>
                </a:lnTo>
                <a:lnTo>
                  <a:pt x="5180426" y="4483100"/>
                </a:lnTo>
                <a:lnTo>
                  <a:pt x="5248161" y="4432300"/>
                </a:lnTo>
                <a:lnTo>
                  <a:pt x="5281376" y="4394200"/>
                </a:lnTo>
                <a:lnTo>
                  <a:pt x="5314151" y="4368800"/>
                </a:lnTo>
                <a:lnTo>
                  <a:pt x="5346479" y="4330700"/>
                </a:lnTo>
                <a:lnTo>
                  <a:pt x="5378355" y="4305300"/>
                </a:lnTo>
                <a:lnTo>
                  <a:pt x="5409773" y="4267200"/>
                </a:lnTo>
                <a:lnTo>
                  <a:pt x="5440730" y="4241800"/>
                </a:lnTo>
                <a:lnTo>
                  <a:pt x="5471218" y="4203700"/>
                </a:lnTo>
                <a:lnTo>
                  <a:pt x="5501233" y="4165600"/>
                </a:lnTo>
                <a:lnTo>
                  <a:pt x="5530770" y="4140200"/>
                </a:lnTo>
                <a:lnTo>
                  <a:pt x="5559824" y="4102100"/>
                </a:lnTo>
                <a:lnTo>
                  <a:pt x="5588388" y="4064000"/>
                </a:lnTo>
                <a:lnTo>
                  <a:pt x="5616458" y="4025900"/>
                </a:lnTo>
                <a:lnTo>
                  <a:pt x="5644029" y="4000500"/>
                </a:lnTo>
                <a:lnTo>
                  <a:pt x="5671095" y="3962400"/>
                </a:lnTo>
                <a:lnTo>
                  <a:pt x="5697651" y="3924300"/>
                </a:lnTo>
                <a:lnTo>
                  <a:pt x="5723692" y="3886200"/>
                </a:lnTo>
                <a:lnTo>
                  <a:pt x="5749212" y="3848100"/>
                </a:lnTo>
                <a:lnTo>
                  <a:pt x="5774206" y="3810000"/>
                </a:lnTo>
                <a:lnTo>
                  <a:pt x="5798669" y="3771900"/>
                </a:lnTo>
                <a:lnTo>
                  <a:pt x="5822596" y="3733800"/>
                </a:lnTo>
                <a:lnTo>
                  <a:pt x="5845981" y="3695700"/>
                </a:lnTo>
                <a:lnTo>
                  <a:pt x="5868819" y="3657600"/>
                </a:lnTo>
                <a:lnTo>
                  <a:pt x="5891105" y="3619500"/>
                </a:lnTo>
                <a:lnTo>
                  <a:pt x="5912833" y="3581400"/>
                </a:lnTo>
                <a:lnTo>
                  <a:pt x="5933999" y="3543300"/>
                </a:lnTo>
                <a:lnTo>
                  <a:pt x="5954596" y="3492500"/>
                </a:lnTo>
                <a:lnTo>
                  <a:pt x="5968404" y="3467100"/>
                </a:lnTo>
                <a:lnTo>
                  <a:pt x="5968404" y="723900"/>
                </a:lnTo>
                <a:lnTo>
                  <a:pt x="5954596" y="698500"/>
                </a:lnTo>
                <a:lnTo>
                  <a:pt x="5933999" y="660400"/>
                </a:lnTo>
                <a:lnTo>
                  <a:pt x="5912833" y="622300"/>
                </a:lnTo>
                <a:lnTo>
                  <a:pt x="5891105" y="571500"/>
                </a:lnTo>
                <a:lnTo>
                  <a:pt x="5868819" y="533400"/>
                </a:lnTo>
                <a:lnTo>
                  <a:pt x="5845981" y="495300"/>
                </a:lnTo>
                <a:lnTo>
                  <a:pt x="5822596" y="457200"/>
                </a:lnTo>
                <a:lnTo>
                  <a:pt x="5798669" y="419100"/>
                </a:lnTo>
                <a:lnTo>
                  <a:pt x="5774206" y="381000"/>
                </a:lnTo>
                <a:lnTo>
                  <a:pt x="5749212" y="342900"/>
                </a:lnTo>
                <a:lnTo>
                  <a:pt x="5723692" y="304800"/>
                </a:lnTo>
                <a:lnTo>
                  <a:pt x="5697651" y="266700"/>
                </a:lnTo>
                <a:lnTo>
                  <a:pt x="5671095" y="241300"/>
                </a:lnTo>
                <a:lnTo>
                  <a:pt x="5644029" y="203200"/>
                </a:lnTo>
                <a:lnTo>
                  <a:pt x="5616458" y="165100"/>
                </a:lnTo>
                <a:lnTo>
                  <a:pt x="5588388" y="127000"/>
                </a:lnTo>
                <a:lnTo>
                  <a:pt x="5559824" y="88900"/>
                </a:lnTo>
                <a:lnTo>
                  <a:pt x="5530770" y="63500"/>
                </a:lnTo>
                <a:lnTo>
                  <a:pt x="5501233" y="25400"/>
                </a:lnTo>
                <a:lnTo>
                  <a:pt x="5482562" y="0"/>
                </a:lnTo>
                <a:close/>
              </a:path>
            </a:pathLst>
          </a:custGeom>
          <a:solidFill>
            <a:srgbClr val="315D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7067542" y="6387239"/>
            <a:ext cx="3036570" cy="3560445"/>
          </a:xfrm>
          <a:custGeom>
            <a:avLst/>
            <a:gdLst/>
            <a:ahLst/>
            <a:cxnLst/>
            <a:rect l="l" t="t" r="r" b="b"/>
            <a:pathLst>
              <a:path w="3036569" h="3560445">
                <a:moveTo>
                  <a:pt x="1780050" y="0"/>
                </a:moveTo>
                <a:lnTo>
                  <a:pt x="1731854" y="639"/>
                </a:lnTo>
                <a:lnTo>
                  <a:pt x="1683974" y="2548"/>
                </a:lnTo>
                <a:lnTo>
                  <a:pt x="1636427" y="5710"/>
                </a:lnTo>
                <a:lnTo>
                  <a:pt x="1589228" y="10108"/>
                </a:lnTo>
                <a:lnTo>
                  <a:pt x="1542394" y="15726"/>
                </a:lnTo>
                <a:lnTo>
                  <a:pt x="1495941" y="22549"/>
                </a:lnTo>
                <a:lnTo>
                  <a:pt x="1449885" y="30561"/>
                </a:lnTo>
                <a:lnTo>
                  <a:pt x="1404242" y="39744"/>
                </a:lnTo>
                <a:lnTo>
                  <a:pt x="1359029" y="50083"/>
                </a:lnTo>
                <a:lnTo>
                  <a:pt x="1314260" y="61562"/>
                </a:lnTo>
                <a:lnTo>
                  <a:pt x="1269954" y="74164"/>
                </a:lnTo>
                <a:lnTo>
                  <a:pt x="1226125" y="87874"/>
                </a:lnTo>
                <a:lnTo>
                  <a:pt x="1182790" y="102675"/>
                </a:lnTo>
                <a:lnTo>
                  <a:pt x="1139965" y="118552"/>
                </a:lnTo>
                <a:lnTo>
                  <a:pt x="1097666" y="135487"/>
                </a:lnTo>
                <a:lnTo>
                  <a:pt x="1055910" y="153466"/>
                </a:lnTo>
                <a:lnTo>
                  <a:pt x="1014712" y="172471"/>
                </a:lnTo>
                <a:lnTo>
                  <a:pt x="974089" y="192486"/>
                </a:lnTo>
                <a:lnTo>
                  <a:pt x="934056" y="213496"/>
                </a:lnTo>
                <a:lnTo>
                  <a:pt x="894631" y="235485"/>
                </a:lnTo>
                <a:lnTo>
                  <a:pt x="855828" y="258435"/>
                </a:lnTo>
                <a:lnTo>
                  <a:pt x="817665" y="282331"/>
                </a:lnTo>
                <a:lnTo>
                  <a:pt x="780157" y="307158"/>
                </a:lnTo>
                <a:lnTo>
                  <a:pt x="743320" y="332898"/>
                </a:lnTo>
                <a:lnTo>
                  <a:pt x="707171" y="359535"/>
                </a:lnTo>
                <a:lnTo>
                  <a:pt x="671726" y="387054"/>
                </a:lnTo>
                <a:lnTo>
                  <a:pt x="637001" y="415439"/>
                </a:lnTo>
                <a:lnTo>
                  <a:pt x="603012" y="444672"/>
                </a:lnTo>
                <a:lnTo>
                  <a:pt x="569775" y="474738"/>
                </a:lnTo>
                <a:lnTo>
                  <a:pt x="537307" y="505621"/>
                </a:lnTo>
                <a:lnTo>
                  <a:pt x="505623" y="537305"/>
                </a:lnTo>
                <a:lnTo>
                  <a:pt x="474740" y="569774"/>
                </a:lnTo>
                <a:lnTo>
                  <a:pt x="444673" y="603010"/>
                </a:lnTo>
                <a:lnTo>
                  <a:pt x="415440" y="636999"/>
                </a:lnTo>
                <a:lnTo>
                  <a:pt x="387056" y="671724"/>
                </a:lnTo>
                <a:lnTo>
                  <a:pt x="359537" y="707169"/>
                </a:lnTo>
                <a:lnTo>
                  <a:pt x="332899" y="743318"/>
                </a:lnTo>
                <a:lnTo>
                  <a:pt x="307159" y="780155"/>
                </a:lnTo>
                <a:lnTo>
                  <a:pt x="282333" y="817663"/>
                </a:lnTo>
                <a:lnTo>
                  <a:pt x="258436" y="855826"/>
                </a:lnTo>
                <a:lnTo>
                  <a:pt x="235485" y="894629"/>
                </a:lnTo>
                <a:lnTo>
                  <a:pt x="213497" y="934054"/>
                </a:lnTo>
                <a:lnTo>
                  <a:pt x="192487" y="974087"/>
                </a:lnTo>
                <a:lnTo>
                  <a:pt x="172471" y="1014710"/>
                </a:lnTo>
                <a:lnTo>
                  <a:pt x="153466" y="1055908"/>
                </a:lnTo>
                <a:lnTo>
                  <a:pt x="135488" y="1097665"/>
                </a:lnTo>
                <a:lnTo>
                  <a:pt x="118552" y="1139963"/>
                </a:lnTo>
                <a:lnTo>
                  <a:pt x="102676" y="1182788"/>
                </a:lnTo>
                <a:lnTo>
                  <a:pt x="87875" y="1226123"/>
                </a:lnTo>
                <a:lnTo>
                  <a:pt x="74165" y="1269952"/>
                </a:lnTo>
                <a:lnTo>
                  <a:pt x="61562" y="1314259"/>
                </a:lnTo>
                <a:lnTo>
                  <a:pt x="50083" y="1359027"/>
                </a:lnTo>
                <a:lnTo>
                  <a:pt x="39744" y="1404241"/>
                </a:lnTo>
                <a:lnTo>
                  <a:pt x="30561" y="1449884"/>
                </a:lnTo>
                <a:lnTo>
                  <a:pt x="22550" y="1495940"/>
                </a:lnTo>
                <a:lnTo>
                  <a:pt x="15727" y="1542394"/>
                </a:lnTo>
                <a:lnTo>
                  <a:pt x="10108" y="1589228"/>
                </a:lnTo>
                <a:lnTo>
                  <a:pt x="5710" y="1636427"/>
                </a:lnTo>
                <a:lnTo>
                  <a:pt x="2548" y="1683974"/>
                </a:lnTo>
                <a:lnTo>
                  <a:pt x="639" y="1731854"/>
                </a:lnTo>
                <a:lnTo>
                  <a:pt x="0" y="1780050"/>
                </a:lnTo>
                <a:lnTo>
                  <a:pt x="639" y="1828246"/>
                </a:lnTo>
                <a:lnTo>
                  <a:pt x="2548" y="1876126"/>
                </a:lnTo>
                <a:lnTo>
                  <a:pt x="5710" y="1923673"/>
                </a:lnTo>
                <a:lnTo>
                  <a:pt x="10108" y="1970872"/>
                </a:lnTo>
                <a:lnTo>
                  <a:pt x="15727" y="2017706"/>
                </a:lnTo>
                <a:lnTo>
                  <a:pt x="22550" y="2064160"/>
                </a:lnTo>
                <a:lnTo>
                  <a:pt x="30561" y="2110216"/>
                </a:lnTo>
                <a:lnTo>
                  <a:pt x="39744" y="2155859"/>
                </a:lnTo>
                <a:lnTo>
                  <a:pt x="50083" y="2201073"/>
                </a:lnTo>
                <a:lnTo>
                  <a:pt x="61562" y="2245841"/>
                </a:lnTo>
                <a:lnTo>
                  <a:pt x="74165" y="2290148"/>
                </a:lnTo>
                <a:lnTo>
                  <a:pt x="87875" y="2333977"/>
                </a:lnTo>
                <a:lnTo>
                  <a:pt x="102676" y="2377312"/>
                </a:lnTo>
                <a:lnTo>
                  <a:pt x="118552" y="2420137"/>
                </a:lnTo>
                <a:lnTo>
                  <a:pt x="135488" y="2462435"/>
                </a:lnTo>
                <a:lnTo>
                  <a:pt x="153466" y="2504192"/>
                </a:lnTo>
                <a:lnTo>
                  <a:pt x="172471" y="2545390"/>
                </a:lnTo>
                <a:lnTo>
                  <a:pt x="192487" y="2586013"/>
                </a:lnTo>
                <a:lnTo>
                  <a:pt x="213497" y="2626046"/>
                </a:lnTo>
                <a:lnTo>
                  <a:pt x="235485" y="2665471"/>
                </a:lnTo>
                <a:lnTo>
                  <a:pt x="258436" y="2704274"/>
                </a:lnTo>
                <a:lnTo>
                  <a:pt x="282333" y="2742437"/>
                </a:lnTo>
                <a:lnTo>
                  <a:pt x="307159" y="2779945"/>
                </a:lnTo>
                <a:lnTo>
                  <a:pt x="332899" y="2816782"/>
                </a:lnTo>
                <a:lnTo>
                  <a:pt x="359537" y="2852931"/>
                </a:lnTo>
                <a:lnTo>
                  <a:pt x="387056" y="2888376"/>
                </a:lnTo>
                <a:lnTo>
                  <a:pt x="415440" y="2923101"/>
                </a:lnTo>
                <a:lnTo>
                  <a:pt x="444673" y="2957090"/>
                </a:lnTo>
                <a:lnTo>
                  <a:pt x="474740" y="2990326"/>
                </a:lnTo>
                <a:lnTo>
                  <a:pt x="505623" y="3022795"/>
                </a:lnTo>
                <a:lnTo>
                  <a:pt x="537307" y="3054479"/>
                </a:lnTo>
                <a:lnTo>
                  <a:pt x="569775" y="3085362"/>
                </a:lnTo>
                <a:lnTo>
                  <a:pt x="603012" y="3115428"/>
                </a:lnTo>
                <a:lnTo>
                  <a:pt x="637001" y="3144661"/>
                </a:lnTo>
                <a:lnTo>
                  <a:pt x="671726" y="3173046"/>
                </a:lnTo>
                <a:lnTo>
                  <a:pt x="707171" y="3200565"/>
                </a:lnTo>
                <a:lnTo>
                  <a:pt x="743320" y="3227202"/>
                </a:lnTo>
                <a:lnTo>
                  <a:pt x="780157" y="3252942"/>
                </a:lnTo>
                <a:lnTo>
                  <a:pt x="817665" y="3277769"/>
                </a:lnTo>
                <a:lnTo>
                  <a:pt x="855828" y="3301665"/>
                </a:lnTo>
                <a:lnTo>
                  <a:pt x="894631" y="3324615"/>
                </a:lnTo>
                <a:lnTo>
                  <a:pt x="934056" y="3346604"/>
                </a:lnTo>
                <a:lnTo>
                  <a:pt x="974089" y="3367614"/>
                </a:lnTo>
                <a:lnTo>
                  <a:pt x="1014712" y="3387629"/>
                </a:lnTo>
                <a:lnTo>
                  <a:pt x="1055910" y="3406634"/>
                </a:lnTo>
                <a:lnTo>
                  <a:pt x="1097666" y="3424613"/>
                </a:lnTo>
                <a:lnTo>
                  <a:pt x="1139965" y="3441548"/>
                </a:lnTo>
                <a:lnTo>
                  <a:pt x="1182790" y="3457425"/>
                </a:lnTo>
                <a:lnTo>
                  <a:pt x="1226125" y="3472226"/>
                </a:lnTo>
                <a:lnTo>
                  <a:pt x="1269954" y="3485936"/>
                </a:lnTo>
                <a:lnTo>
                  <a:pt x="1314260" y="3498538"/>
                </a:lnTo>
                <a:lnTo>
                  <a:pt x="1359029" y="3510017"/>
                </a:lnTo>
                <a:lnTo>
                  <a:pt x="1404242" y="3520356"/>
                </a:lnTo>
                <a:lnTo>
                  <a:pt x="1449885" y="3529539"/>
                </a:lnTo>
                <a:lnTo>
                  <a:pt x="1495941" y="3537551"/>
                </a:lnTo>
                <a:lnTo>
                  <a:pt x="1542394" y="3544374"/>
                </a:lnTo>
                <a:lnTo>
                  <a:pt x="1589228" y="3549992"/>
                </a:lnTo>
                <a:lnTo>
                  <a:pt x="1636427" y="3554390"/>
                </a:lnTo>
                <a:lnTo>
                  <a:pt x="1683974" y="3557552"/>
                </a:lnTo>
                <a:lnTo>
                  <a:pt x="1731854" y="3559461"/>
                </a:lnTo>
                <a:lnTo>
                  <a:pt x="1780050" y="3560101"/>
                </a:lnTo>
                <a:lnTo>
                  <a:pt x="1828246" y="3559461"/>
                </a:lnTo>
                <a:lnTo>
                  <a:pt x="1876126" y="3557552"/>
                </a:lnTo>
                <a:lnTo>
                  <a:pt x="1923673" y="3554390"/>
                </a:lnTo>
                <a:lnTo>
                  <a:pt x="1970872" y="3549992"/>
                </a:lnTo>
                <a:lnTo>
                  <a:pt x="2017706" y="3544374"/>
                </a:lnTo>
                <a:lnTo>
                  <a:pt x="2064159" y="3537551"/>
                </a:lnTo>
                <a:lnTo>
                  <a:pt x="2110215" y="3529539"/>
                </a:lnTo>
                <a:lnTo>
                  <a:pt x="2155858" y="3520356"/>
                </a:lnTo>
                <a:lnTo>
                  <a:pt x="2201071" y="3510017"/>
                </a:lnTo>
                <a:lnTo>
                  <a:pt x="2245840" y="3498538"/>
                </a:lnTo>
                <a:lnTo>
                  <a:pt x="2290146" y="3485936"/>
                </a:lnTo>
                <a:lnTo>
                  <a:pt x="2333975" y="3472226"/>
                </a:lnTo>
                <a:lnTo>
                  <a:pt x="2377310" y="3457425"/>
                </a:lnTo>
                <a:lnTo>
                  <a:pt x="2420135" y="3441548"/>
                </a:lnTo>
                <a:lnTo>
                  <a:pt x="2462434" y="3424613"/>
                </a:lnTo>
                <a:lnTo>
                  <a:pt x="2504190" y="3406634"/>
                </a:lnTo>
                <a:lnTo>
                  <a:pt x="2545388" y="3387629"/>
                </a:lnTo>
                <a:lnTo>
                  <a:pt x="2586011" y="3367614"/>
                </a:lnTo>
                <a:lnTo>
                  <a:pt x="2626044" y="3346604"/>
                </a:lnTo>
                <a:lnTo>
                  <a:pt x="2665469" y="3324615"/>
                </a:lnTo>
                <a:lnTo>
                  <a:pt x="2704272" y="3301665"/>
                </a:lnTo>
                <a:lnTo>
                  <a:pt x="2742435" y="3277769"/>
                </a:lnTo>
                <a:lnTo>
                  <a:pt x="2779943" y="3252942"/>
                </a:lnTo>
                <a:lnTo>
                  <a:pt x="2816780" y="3227202"/>
                </a:lnTo>
                <a:lnTo>
                  <a:pt x="2852929" y="3200565"/>
                </a:lnTo>
                <a:lnTo>
                  <a:pt x="2888374" y="3173046"/>
                </a:lnTo>
                <a:lnTo>
                  <a:pt x="2923099" y="3144661"/>
                </a:lnTo>
                <a:lnTo>
                  <a:pt x="2957088" y="3115428"/>
                </a:lnTo>
                <a:lnTo>
                  <a:pt x="2990325" y="3085362"/>
                </a:lnTo>
                <a:lnTo>
                  <a:pt x="3022793" y="3054479"/>
                </a:lnTo>
                <a:lnTo>
                  <a:pt x="3036556" y="3040715"/>
                </a:lnTo>
                <a:lnTo>
                  <a:pt x="3036556" y="519385"/>
                </a:lnTo>
                <a:lnTo>
                  <a:pt x="2990325" y="474738"/>
                </a:lnTo>
                <a:lnTo>
                  <a:pt x="2957088" y="444672"/>
                </a:lnTo>
                <a:lnTo>
                  <a:pt x="2923099" y="415439"/>
                </a:lnTo>
                <a:lnTo>
                  <a:pt x="2888374" y="387054"/>
                </a:lnTo>
                <a:lnTo>
                  <a:pt x="2852929" y="359535"/>
                </a:lnTo>
                <a:lnTo>
                  <a:pt x="2816780" y="332898"/>
                </a:lnTo>
                <a:lnTo>
                  <a:pt x="2779943" y="307158"/>
                </a:lnTo>
                <a:lnTo>
                  <a:pt x="2742435" y="282331"/>
                </a:lnTo>
                <a:lnTo>
                  <a:pt x="2704272" y="258435"/>
                </a:lnTo>
                <a:lnTo>
                  <a:pt x="2665469" y="235485"/>
                </a:lnTo>
                <a:lnTo>
                  <a:pt x="2626044" y="213496"/>
                </a:lnTo>
                <a:lnTo>
                  <a:pt x="2586011" y="192486"/>
                </a:lnTo>
                <a:lnTo>
                  <a:pt x="2545388" y="172471"/>
                </a:lnTo>
                <a:lnTo>
                  <a:pt x="2504190" y="153466"/>
                </a:lnTo>
                <a:lnTo>
                  <a:pt x="2462434" y="135487"/>
                </a:lnTo>
                <a:lnTo>
                  <a:pt x="2420135" y="118552"/>
                </a:lnTo>
                <a:lnTo>
                  <a:pt x="2377310" y="102675"/>
                </a:lnTo>
                <a:lnTo>
                  <a:pt x="2333975" y="87874"/>
                </a:lnTo>
                <a:lnTo>
                  <a:pt x="2290146" y="74164"/>
                </a:lnTo>
                <a:lnTo>
                  <a:pt x="2245840" y="61562"/>
                </a:lnTo>
                <a:lnTo>
                  <a:pt x="2201071" y="50083"/>
                </a:lnTo>
                <a:lnTo>
                  <a:pt x="2155858" y="39744"/>
                </a:lnTo>
                <a:lnTo>
                  <a:pt x="2110215" y="30561"/>
                </a:lnTo>
                <a:lnTo>
                  <a:pt x="2064159" y="22549"/>
                </a:lnTo>
                <a:lnTo>
                  <a:pt x="2017706" y="15726"/>
                </a:lnTo>
                <a:lnTo>
                  <a:pt x="1970872" y="10108"/>
                </a:lnTo>
                <a:lnTo>
                  <a:pt x="1923673" y="5710"/>
                </a:lnTo>
                <a:lnTo>
                  <a:pt x="1876126" y="2548"/>
                </a:lnTo>
                <a:lnTo>
                  <a:pt x="1828246" y="639"/>
                </a:lnTo>
                <a:lnTo>
                  <a:pt x="1780050" y="0"/>
                </a:lnTo>
                <a:close/>
              </a:path>
            </a:pathLst>
          </a:custGeom>
          <a:solidFill>
            <a:srgbClr val="5D7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94734" y="8586126"/>
            <a:ext cx="1151890" cy="1151890"/>
          </a:xfrm>
          <a:custGeom>
            <a:avLst/>
            <a:gdLst/>
            <a:ahLst/>
            <a:cxnLst/>
            <a:rect l="l" t="t" r="r" b="b"/>
            <a:pathLst>
              <a:path w="1151889" h="1151890">
                <a:moveTo>
                  <a:pt x="890025" y="0"/>
                </a:moveTo>
                <a:lnTo>
                  <a:pt x="261772" y="0"/>
                </a:lnTo>
                <a:lnTo>
                  <a:pt x="214682" y="4213"/>
                </a:lnTo>
                <a:lnTo>
                  <a:pt x="170376" y="16361"/>
                </a:lnTo>
                <a:lnTo>
                  <a:pt x="129590" y="35709"/>
                </a:lnTo>
                <a:lnTo>
                  <a:pt x="93060" y="61521"/>
                </a:lnTo>
                <a:lnTo>
                  <a:pt x="61521" y="93060"/>
                </a:lnTo>
                <a:lnTo>
                  <a:pt x="35709" y="129590"/>
                </a:lnTo>
                <a:lnTo>
                  <a:pt x="16361" y="170376"/>
                </a:lnTo>
                <a:lnTo>
                  <a:pt x="4213" y="214682"/>
                </a:lnTo>
                <a:lnTo>
                  <a:pt x="0" y="261772"/>
                </a:lnTo>
                <a:lnTo>
                  <a:pt x="0" y="890025"/>
                </a:lnTo>
                <a:lnTo>
                  <a:pt x="4213" y="937114"/>
                </a:lnTo>
                <a:lnTo>
                  <a:pt x="16361" y="981420"/>
                </a:lnTo>
                <a:lnTo>
                  <a:pt x="35709" y="1022206"/>
                </a:lnTo>
                <a:lnTo>
                  <a:pt x="61521" y="1058737"/>
                </a:lnTo>
                <a:lnTo>
                  <a:pt x="93060" y="1090276"/>
                </a:lnTo>
                <a:lnTo>
                  <a:pt x="129590" y="1116087"/>
                </a:lnTo>
                <a:lnTo>
                  <a:pt x="170376" y="1135435"/>
                </a:lnTo>
                <a:lnTo>
                  <a:pt x="214682" y="1147584"/>
                </a:lnTo>
                <a:lnTo>
                  <a:pt x="261772" y="1151797"/>
                </a:lnTo>
                <a:lnTo>
                  <a:pt x="890025" y="1151797"/>
                </a:lnTo>
                <a:lnTo>
                  <a:pt x="937114" y="1147584"/>
                </a:lnTo>
                <a:lnTo>
                  <a:pt x="981420" y="1135435"/>
                </a:lnTo>
                <a:lnTo>
                  <a:pt x="1022206" y="1116087"/>
                </a:lnTo>
                <a:lnTo>
                  <a:pt x="1058737" y="1090276"/>
                </a:lnTo>
                <a:lnTo>
                  <a:pt x="1090276" y="1058737"/>
                </a:lnTo>
                <a:lnTo>
                  <a:pt x="1116087" y="1022206"/>
                </a:lnTo>
                <a:lnTo>
                  <a:pt x="1135435" y="981420"/>
                </a:lnTo>
                <a:lnTo>
                  <a:pt x="1147584" y="937114"/>
                </a:lnTo>
                <a:lnTo>
                  <a:pt x="1151797" y="890025"/>
                </a:lnTo>
                <a:lnTo>
                  <a:pt x="1151797" y="261772"/>
                </a:lnTo>
                <a:lnTo>
                  <a:pt x="1147584" y="214682"/>
                </a:lnTo>
                <a:lnTo>
                  <a:pt x="1135435" y="170376"/>
                </a:lnTo>
                <a:lnTo>
                  <a:pt x="1116087" y="129590"/>
                </a:lnTo>
                <a:lnTo>
                  <a:pt x="1090276" y="93060"/>
                </a:lnTo>
                <a:lnTo>
                  <a:pt x="1058737" y="61521"/>
                </a:lnTo>
                <a:lnTo>
                  <a:pt x="1022206" y="35709"/>
                </a:lnTo>
                <a:lnTo>
                  <a:pt x="981420" y="16361"/>
                </a:lnTo>
                <a:lnTo>
                  <a:pt x="937114" y="4213"/>
                </a:lnTo>
                <a:lnTo>
                  <a:pt x="8900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82034" y="2130165"/>
            <a:ext cx="10022840" cy="3206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0F1828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667085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200" dirty="0"/>
              <a:t>DOCHELPER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F1828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667085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200" dirty="0"/>
              <a:t>DOCHELPER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F1828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667085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200" dirty="0"/>
              <a:t>DOCHELPER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F18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3926277" y="9260"/>
            <a:ext cx="6177915" cy="5435600"/>
          </a:xfrm>
          <a:custGeom>
            <a:avLst/>
            <a:gdLst/>
            <a:ahLst/>
            <a:cxnLst/>
            <a:rect l="l" t="t" r="r" b="b"/>
            <a:pathLst>
              <a:path w="6177915" h="5435600">
                <a:moveTo>
                  <a:pt x="3580804" y="5422900"/>
                </a:moveTo>
                <a:lnTo>
                  <a:pt x="2911144" y="5422900"/>
                </a:lnTo>
                <a:lnTo>
                  <a:pt x="2958417" y="5435600"/>
                </a:lnTo>
                <a:lnTo>
                  <a:pt x="3533531" y="5435600"/>
                </a:lnTo>
                <a:lnTo>
                  <a:pt x="3580804" y="5422900"/>
                </a:lnTo>
                <a:close/>
              </a:path>
              <a:path w="6177915" h="5435600">
                <a:moveTo>
                  <a:pt x="3674748" y="5410200"/>
                </a:moveTo>
                <a:lnTo>
                  <a:pt x="2817200" y="5410200"/>
                </a:lnTo>
                <a:lnTo>
                  <a:pt x="2864070" y="5422900"/>
                </a:lnTo>
                <a:lnTo>
                  <a:pt x="3627878" y="5422900"/>
                </a:lnTo>
                <a:lnTo>
                  <a:pt x="3674748" y="5410200"/>
                </a:lnTo>
                <a:close/>
              </a:path>
              <a:path w="6177915" h="5435600">
                <a:moveTo>
                  <a:pt x="3767855" y="5397500"/>
                </a:moveTo>
                <a:lnTo>
                  <a:pt x="2724093" y="5397500"/>
                </a:lnTo>
                <a:lnTo>
                  <a:pt x="2770540" y="5410200"/>
                </a:lnTo>
                <a:lnTo>
                  <a:pt x="3721408" y="5410200"/>
                </a:lnTo>
                <a:lnTo>
                  <a:pt x="3767855" y="5397500"/>
                </a:lnTo>
                <a:close/>
              </a:path>
              <a:path w="6177915" h="5435600">
                <a:moveTo>
                  <a:pt x="3951400" y="5359400"/>
                </a:moveTo>
                <a:lnTo>
                  <a:pt x="2540548" y="5359400"/>
                </a:lnTo>
                <a:lnTo>
                  <a:pt x="2677866" y="5397500"/>
                </a:lnTo>
                <a:lnTo>
                  <a:pt x="3814082" y="5397500"/>
                </a:lnTo>
                <a:lnTo>
                  <a:pt x="3951400" y="5359400"/>
                </a:lnTo>
                <a:close/>
              </a:path>
              <a:path w="6177915" h="5435600">
                <a:moveTo>
                  <a:pt x="5633620" y="0"/>
                </a:moveTo>
                <a:lnTo>
                  <a:pt x="858328" y="0"/>
                </a:lnTo>
                <a:lnTo>
                  <a:pt x="842302" y="12700"/>
                </a:lnTo>
                <a:lnTo>
                  <a:pt x="812336" y="50800"/>
                </a:lnTo>
                <a:lnTo>
                  <a:pt x="782828" y="76200"/>
                </a:lnTo>
                <a:lnTo>
                  <a:pt x="753783" y="114300"/>
                </a:lnTo>
                <a:lnTo>
                  <a:pt x="725207" y="152400"/>
                </a:lnTo>
                <a:lnTo>
                  <a:pt x="697104" y="190500"/>
                </a:lnTo>
                <a:lnTo>
                  <a:pt x="669479" y="215900"/>
                </a:lnTo>
                <a:lnTo>
                  <a:pt x="642337" y="254000"/>
                </a:lnTo>
                <a:lnTo>
                  <a:pt x="615682" y="292100"/>
                </a:lnTo>
                <a:lnTo>
                  <a:pt x="589521" y="330200"/>
                </a:lnTo>
                <a:lnTo>
                  <a:pt x="563856" y="368300"/>
                </a:lnTo>
                <a:lnTo>
                  <a:pt x="538695" y="406400"/>
                </a:lnTo>
                <a:lnTo>
                  <a:pt x="514041" y="444500"/>
                </a:lnTo>
                <a:lnTo>
                  <a:pt x="489899" y="482600"/>
                </a:lnTo>
                <a:lnTo>
                  <a:pt x="466274" y="520700"/>
                </a:lnTo>
                <a:lnTo>
                  <a:pt x="443171" y="558800"/>
                </a:lnTo>
                <a:lnTo>
                  <a:pt x="420595" y="596900"/>
                </a:lnTo>
                <a:lnTo>
                  <a:pt x="398551" y="635000"/>
                </a:lnTo>
                <a:lnTo>
                  <a:pt x="377043" y="673100"/>
                </a:lnTo>
                <a:lnTo>
                  <a:pt x="356077" y="711200"/>
                </a:lnTo>
                <a:lnTo>
                  <a:pt x="335658" y="762000"/>
                </a:lnTo>
                <a:lnTo>
                  <a:pt x="315790" y="800100"/>
                </a:lnTo>
                <a:lnTo>
                  <a:pt x="296478" y="838200"/>
                </a:lnTo>
                <a:lnTo>
                  <a:pt x="277727" y="876300"/>
                </a:lnTo>
                <a:lnTo>
                  <a:pt x="259542" y="927100"/>
                </a:lnTo>
                <a:lnTo>
                  <a:pt x="241928" y="965200"/>
                </a:lnTo>
                <a:lnTo>
                  <a:pt x="224890" y="1003300"/>
                </a:lnTo>
                <a:lnTo>
                  <a:pt x="208432" y="1054100"/>
                </a:lnTo>
                <a:lnTo>
                  <a:pt x="192560" y="1092200"/>
                </a:lnTo>
                <a:lnTo>
                  <a:pt x="177279" y="1130300"/>
                </a:lnTo>
                <a:lnTo>
                  <a:pt x="162592" y="1181100"/>
                </a:lnTo>
                <a:lnTo>
                  <a:pt x="148506" y="1219200"/>
                </a:lnTo>
                <a:lnTo>
                  <a:pt x="135025" y="1270000"/>
                </a:lnTo>
                <a:lnTo>
                  <a:pt x="122154" y="1308100"/>
                </a:lnTo>
                <a:lnTo>
                  <a:pt x="109898" y="1358900"/>
                </a:lnTo>
                <a:lnTo>
                  <a:pt x="98262" y="1397000"/>
                </a:lnTo>
                <a:lnTo>
                  <a:pt x="87250" y="1447800"/>
                </a:lnTo>
                <a:lnTo>
                  <a:pt x="76868" y="1485900"/>
                </a:lnTo>
                <a:lnTo>
                  <a:pt x="67120" y="1536700"/>
                </a:lnTo>
                <a:lnTo>
                  <a:pt x="58011" y="1587500"/>
                </a:lnTo>
                <a:lnTo>
                  <a:pt x="49547" y="1625600"/>
                </a:lnTo>
                <a:lnTo>
                  <a:pt x="41732" y="1676400"/>
                </a:lnTo>
                <a:lnTo>
                  <a:pt x="34570" y="1714500"/>
                </a:lnTo>
                <a:lnTo>
                  <a:pt x="28068" y="1765300"/>
                </a:lnTo>
                <a:lnTo>
                  <a:pt x="22229" y="1816100"/>
                </a:lnTo>
                <a:lnTo>
                  <a:pt x="17059" y="1866900"/>
                </a:lnTo>
                <a:lnTo>
                  <a:pt x="12562" y="1905000"/>
                </a:lnTo>
                <a:lnTo>
                  <a:pt x="8744" y="1955800"/>
                </a:lnTo>
                <a:lnTo>
                  <a:pt x="5609" y="2006600"/>
                </a:lnTo>
                <a:lnTo>
                  <a:pt x="3162" y="2057400"/>
                </a:lnTo>
                <a:lnTo>
                  <a:pt x="1408" y="2095500"/>
                </a:lnTo>
                <a:lnTo>
                  <a:pt x="353" y="2146300"/>
                </a:lnTo>
                <a:lnTo>
                  <a:pt x="0" y="2197100"/>
                </a:lnTo>
                <a:lnTo>
                  <a:pt x="353" y="2247900"/>
                </a:lnTo>
                <a:lnTo>
                  <a:pt x="1408" y="2298700"/>
                </a:lnTo>
                <a:lnTo>
                  <a:pt x="3162" y="2336800"/>
                </a:lnTo>
                <a:lnTo>
                  <a:pt x="5609" y="2387600"/>
                </a:lnTo>
                <a:lnTo>
                  <a:pt x="8744" y="2438400"/>
                </a:lnTo>
                <a:lnTo>
                  <a:pt x="12562" y="2489200"/>
                </a:lnTo>
                <a:lnTo>
                  <a:pt x="17059" y="2527300"/>
                </a:lnTo>
                <a:lnTo>
                  <a:pt x="22229" y="2578100"/>
                </a:lnTo>
                <a:lnTo>
                  <a:pt x="28068" y="2628900"/>
                </a:lnTo>
                <a:lnTo>
                  <a:pt x="34570" y="2667000"/>
                </a:lnTo>
                <a:lnTo>
                  <a:pt x="41732" y="2717800"/>
                </a:lnTo>
                <a:lnTo>
                  <a:pt x="49547" y="2768600"/>
                </a:lnTo>
                <a:lnTo>
                  <a:pt x="58011" y="2806700"/>
                </a:lnTo>
                <a:lnTo>
                  <a:pt x="67120" y="2857500"/>
                </a:lnTo>
                <a:lnTo>
                  <a:pt x="76868" y="2895600"/>
                </a:lnTo>
                <a:lnTo>
                  <a:pt x="87250" y="2946400"/>
                </a:lnTo>
                <a:lnTo>
                  <a:pt x="98262" y="2997200"/>
                </a:lnTo>
                <a:lnTo>
                  <a:pt x="109898" y="3035300"/>
                </a:lnTo>
                <a:lnTo>
                  <a:pt x="122154" y="3086100"/>
                </a:lnTo>
                <a:lnTo>
                  <a:pt x="135025" y="3124200"/>
                </a:lnTo>
                <a:lnTo>
                  <a:pt x="148506" y="3175000"/>
                </a:lnTo>
                <a:lnTo>
                  <a:pt x="162592" y="3213100"/>
                </a:lnTo>
                <a:lnTo>
                  <a:pt x="177279" y="3251200"/>
                </a:lnTo>
                <a:lnTo>
                  <a:pt x="192560" y="3302000"/>
                </a:lnTo>
                <a:lnTo>
                  <a:pt x="208432" y="3340100"/>
                </a:lnTo>
                <a:lnTo>
                  <a:pt x="224890" y="3390900"/>
                </a:lnTo>
                <a:lnTo>
                  <a:pt x="241928" y="3429000"/>
                </a:lnTo>
                <a:lnTo>
                  <a:pt x="259542" y="3467100"/>
                </a:lnTo>
                <a:lnTo>
                  <a:pt x="277727" y="3517900"/>
                </a:lnTo>
                <a:lnTo>
                  <a:pt x="296478" y="3556000"/>
                </a:lnTo>
                <a:lnTo>
                  <a:pt x="315790" y="3594100"/>
                </a:lnTo>
                <a:lnTo>
                  <a:pt x="335658" y="3632200"/>
                </a:lnTo>
                <a:lnTo>
                  <a:pt x="356077" y="3670300"/>
                </a:lnTo>
                <a:lnTo>
                  <a:pt x="377043" y="3721100"/>
                </a:lnTo>
                <a:lnTo>
                  <a:pt x="398551" y="3759200"/>
                </a:lnTo>
                <a:lnTo>
                  <a:pt x="420595" y="3797300"/>
                </a:lnTo>
                <a:lnTo>
                  <a:pt x="443171" y="3835400"/>
                </a:lnTo>
                <a:lnTo>
                  <a:pt x="466274" y="3873500"/>
                </a:lnTo>
                <a:lnTo>
                  <a:pt x="489899" y="3911600"/>
                </a:lnTo>
                <a:lnTo>
                  <a:pt x="514041" y="3949700"/>
                </a:lnTo>
                <a:lnTo>
                  <a:pt x="538695" y="3987800"/>
                </a:lnTo>
                <a:lnTo>
                  <a:pt x="563856" y="4025900"/>
                </a:lnTo>
                <a:lnTo>
                  <a:pt x="589521" y="4064000"/>
                </a:lnTo>
                <a:lnTo>
                  <a:pt x="615682" y="4102100"/>
                </a:lnTo>
                <a:lnTo>
                  <a:pt x="642337" y="4140200"/>
                </a:lnTo>
                <a:lnTo>
                  <a:pt x="669479" y="4165600"/>
                </a:lnTo>
                <a:lnTo>
                  <a:pt x="697104" y="4203700"/>
                </a:lnTo>
                <a:lnTo>
                  <a:pt x="725207" y="4241800"/>
                </a:lnTo>
                <a:lnTo>
                  <a:pt x="753783" y="4279900"/>
                </a:lnTo>
                <a:lnTo>
                  <a:pt x="782828" y="4305300"/>
                </a:lnTo>
                <a:lnTo>
                  <a:pt x="812336" y="4343400"/>
                </a:lnTo>
                <a:lnTo>
                  <a:pt x="842302" y="4381500"/>
                </a:lnTo>
                <a:lnTo>
                  <a:pt x="872722" y="4406900"/>
                </a:lnTo>
                <a:lnTo>
                  <a:pt x="903591" y="4445000"/>
                </a:lnTo>
                <a:lnTo>
                  <a:pt x="934903" y="4470400"/>
                </a:lnTo>
                <a:lnTo>
                  <a:pt x="966655" y="4508500"/>
                </a:lnTo>
                <a:lnTo>
                  <a:pt x="998840" y="4533900"/>
                </a:lnTo>
                <a:lnTo>
                  <a:pt x="1031455" y="4572000"/>
                </a:lnTo>
                <a:lnTo>
                  <a:pt x="1064494" y="4597400"/>
                </a:lnTo>
                <a:lnTo>
                  <a:pt x="1097952" y="4635500"/>
                </a:lnTo>
                <a:lnTo>
                  <a:pt x="1131825" y="4660900"/>
                </a:lnTo>
                <a:lnTo>
                  <a:pt x="1200795" y="4711700"/>
                </a:lnTo>
                <a:lnTo>
                  <a:pt x="1235882" y="4749800"/>
                </a:lnTo>
                <a:lnTo>
                  <a:pt x="1271364" y="4775200"/>
                </a:lnTo>
                <a:lnTo>
                  <a:pt x="1343494" y="4826000"/>
                </a:lnTo>
                <a:lnTo>
                  <a:pt x="1417144" y="4876800"/>
                </a:lnTo>
                <a:lnTo>
                  <a:pt x="1492277" y="4927600"/>
                </a:lnTo>
                <a:lnTo>
                  <a:pt x="1607670" y="5003800"/>
                </a:lnTo>
                <a:lnTo>
                  <a:pt x="1646833" y="5016500"/>
                </a:lnTo>
                <a:lnTo>
                  <a:pt x="1726177" y="5067300"/>
                </a:lnTo>
                <a:lnTo>
                  <a:pt x="1766349" y="5080000"/>
                </a:lnTo>
                <a:lnTo>
                  <a:pt x="1847668" y="5130800"/>
                </a:lnTo>
                <a:lnTo>
                  <a:pt x="1888805" y="5143500"/>
                </a:lnTo>
                <a:lnTo>
                  <a:pt x="1930253" y="5168900"/>
                </a:lnTo>
                <a:lnTo>
                  <a:pt x="2014067" y="5194300"/>
                </a:lnTo>
                <a:lnTo>
                  <a:pt x="2056422" y="5219700"/>
                </a:lnTo>
                <a:lnTo>
                  <a:pt x="2142004" y="5245100"/>
                </a:lnTo>
                <a:lnTo>
                  <a:pt x="2185222" y="5270500"/>
                </a:lnTo>
                <a:lnTo>
                  <a:pt x="2495246" y="5359400"/>
                </a:lnTo>
                <a:lnTo>
                  <a:pt x="3996702" y="5359400"/>
                </a:lnTo>
                <a:lnTo>
                  <a:pt x="4306726" y="5270500"/>
                </a:lnTo>
                <a:lnTo>
                  <a:pt x="4349943" y="5245100"/>
                </a:lnTo>
                <a:lnTo>
                  <a:pt x="4435526" y="5219700"/>
                </a:lnTo>
                <a:lnTo>
                  <a:pt x="4477881" y="5194300"/>
                </a:lnTo>
                <a:lnTo>
                  <a:pt x="4561695" y="5168900"/>
                </a:lnTo>
                <a:lnTo>
                  <a:pt x="4603143" y="5143500"/>
                </a:lnTo>
                <a:lnTo>
                  <a:pt x="4644280" y="5130800"/>
                </a:lnTo>
                <a:lnTo>
                  <a:pt x="4725599" y="5080000"/>
                </a:lnTo>
                <a:lnTo>
                  <a:pt x="4765771" y="5067300"/>
                </a:lnTo>
                <a:lnTo>
                  <a:pt x="4845115" y="5016500"/>
                </a:lnTo>
                <a:lnTo>
                  <a:pt x="4884278" y="5003800"/>
                </a:lnTo>
                <a:lnTo>
                  <a:pt x="4999671" y="4927600"/>
                </a:lnTo>
                <a:lnTo>
                  <a:pt x="5074804" y="4876800"/>
                </a:lnTo>
                <a:lnTo>
                  <a:pt x="5148454" y="4826000"/>
                </a:lnTo>
                <a:lnTo>
                  <a:pt x="5220584" y="4775200"/>
                </a:lnTo>
                <a:lnTo>
                  <a:pt x="5256066" y="4749800"/>
                </a:lnTo>
                <a:lnTo>
                  <a:pt x="5291153" y="4711700"/>
                </a:lnTo>
                <a:lnTo>
                  <a:pt x="5360123" y="4660900"/>
                </a:lnTo>
                <a:lnTo>
                  <a:pt x="5393996" y="4635500"/>
                </a:lnTo>
                <a:lnTo>
                  <a:pt x="5427454" y="4597400"/>
                </a:lnTo>
                <a:lnTo>
                  <a:pt x="5460493" y="4572000"/>
                </a:lnTo>
                <a:lnTo>
                  <a:pt x="5493108" y="4533900"/>
                </a:lnTo>
                <a:lnTo>
                  <a:pt x="5525293" y="4508500"/>
                </a:lnTo>
                <a:lnTo>
                  <a:pt x="5557045" y="4470400"/>
                </a:lnTo>
                <a:lnTo>
                  <a:pt x="5588357" y="4445000"/>
                </a:lnTo>
                <a:lnTo>
                  <a:pt x="5619226" y="4406900"/>
                </a:lnTo>
                <a:lnTo>
                  <a:pt x="5649646" y="4381500"/>
                </a:lnTo>
                <a:lnTo>
                  <a:pt x="5679612" y="4343400"/>
                </a:lnTo>
                <a:lnTo>
                  <a:pt x="5709120" y="4305300"/>
                </a:lnTo>
                <a:lnTo>
                  <a:pt x="5738165" y="4279900"/>
                </a:lnTo>
                <a:lnTo>
                  <a:pt x="5766741" y="4241800"/>
                </a:lnTo>
                <a:lnTo>
                  <a:pt x="5794844" y="4203700"/>
                </a:lnTo>
                <a:lnTo>
                  <a:pt x="5822469" y="4165600"/>
                </a:lnTo>
                <a:lnTo>
                  <a:pt x="5849611" y="4140200"/>
                </a:lnTo>
                <a:lnTo>
                  <a:pt x="5876266" y="4102100"/>
                </a:lnTo>
                <a:lnTo>
                  <a:pt x="5902427" y="4064000"/>
                </a:lnTo>
                <a:lnTo>
                  <a:pt x="5928091" y="4025900"/>
                </a:lnTo>
                <a:lnTo>
                  <a:pt x="5953253" y="3987800"/>
                </a:lnTo>
                <a:lnTo>
                  <a:pt x="5977907" y="3949700"/>
                </a:lnTo>
                <a:lnTo>
                  <a:pt x="6002049" y="3911600"/>
                </a:lnTo>
                <a:lnTo>
                  <a:pt x="6025674" y="3873500"/>
                </a:lnTo>
                <a:lnTo>
                  <a:pt x="6048777" y="3835400"/>
                </a:lnTo>
                <a:lnTo>
                  <a:pt x="6071353" y="3797300"/>
                </a:lnTo>
                <a:lnTo>
                  <a:pt x="6093397" y="3759200"/>
                </a:lnTo>
                <a:lnTo>
                  <a:pt x="6114905" y="3721100"/>
                </a:lnTo>
                <a:lnTo>
                  <a:pt x="6135871" y="3670300"/>
                </a:lnTo>
                <a:lnTo>
                  <a:pt x="6156290" y="3632200"/>
                </a:lnTo>
                <a:lnTo>
                  <a:pt x="6176158" y="3594100"/>
                </a:lnTo>
                <a:lnTo>
                  <a:pt x="6177822" y="3594100"/>
                </a:lnTo>
                <a:lnTo>
                  <a:pt x="6177822" y="800100"/>
                </a:lnTo>
                <a:lnTo>
                  <a:pt x="6176158" y="800100"/>
                </a:lnTo>
                <a:lnTo>
                  <a:pt x="6156290" y="762000"/>
                </a:lnTo>
                <a:lnTo>
                  <a:pt x="6135871" y="711200"/>
                </a:lnTo>
                <a:lnTo>
                  <a:pt x="6114905" y="673100"/>
                </a:lnTo>
                <a:lnTo>
                  <a:pt x="6093397" y="635000"/>
                </a:lnTo>
                <a:lnTo>
                  <a:pt x="6071353" y="596900"/>
                </a:lnTo>
                <a:lnTo>
                  <a:pt x="6048777" y="558800"/>
                </a:lnTo>
                <a:lnTo>
                  <a:pt x="6025674" y="520700"/>
                </a:lnTo>
                <a:lnTo>
                  <a:pt x="6002049" y="482600"/>
                </a:lnTo>
                <a:lnTo>
                  <a:pt x="5977907" y="444500"/>
                </a:lnTo>
                <a:lnTo>
                  <a:pt x="5953253" y="406400"/>
                </a:lnTo>
                <a:lnTo>
                  <a:pt x="5928091" y="368300"/>
                </a:lnTo>
                <a:lnTo>
                  <a:pt x="5902427" y="330200"/>
                </a:lnTo>
                <a:lnTo>
                  <a:pt x="5876266" y="292100"/>
                </a:lnTo>
                <a:lnTo>
                  <a:pt x="5849611" y="254000"/>
                </a:lnTo>
                <a:lnTo>
                  <a:pt x="5822469" y="215900"/>
                </a:lnTo>
                <a:lnTo>
                  <a:pt x="5794844" y="190500"/>
                </a:lnTo>
                <a:lnTo>
                  <a:pt x="5766741" y="152400"/>
                </a:lnTo>
                <a:lnTo>
                  <a:pt x="5738165" y="114300"/>
                </a:lnTo>
                <a:lnTo>
                  <a:pt x="5709120" y="76200"/>
                </a:lnTo>
                <a:lnTo>
                  <a:pt x="5679612" y="50800"/>
                </a:lnTo>
                <a:lnTo>
                  <a:pt x="5649646" y="12700"/>
                </a:lnTo>
                <a:lnTo>
                  <a:pt x="5633620" y="0"/>
                </a:lnTo>
                <a:close/>
              </a:path>
            </a:pathLst>
          </a:custGeom>
          <a:solidFill>
            <a:srgbClr val="315D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F1828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667085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200" dirty="0"/>
              <a:t>DOCHELPER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6F9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3903" y="10366176"/>
            <a:ext cx="188475" cy="18847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942379" y="4816607"/>
            <a:ext cx="18219420" cy="2722880"/>
          </a:xfrm>
          <a:custGeom>
            <a:avLst/>
            <a:gdLst/>
            <a:ahLst/>
            <a:cxnLst/>
            <a:rect l="l" t="t" r="r" b="b"/>
            <a:pathLst>
              <a:path w="18219420" h="2722879">
                <a:moveTo>
                  <a:pt x="17852859" y="0"/>
                </a:moveTo>
                <a:lnTo>
                  <a:pt x="366480" y="0"/>
                </a:lnTo>
                <a:lnTo>
                  <a:pt x="320473" y="2852"/>
                </a:lnTo>
                <a:lnTo>
                  <a:pt x="276181" y="11181"/>
                </a:lnTo>
                <a:lnTo>
                  <a:pt x="233947" y="24645"/>
                </a:lnTo>
                <a:lnTo>
                  <a:pt x="194112" y="42901"/>
                </a:lnTo>
                <a:lnTo>
                  <a:pt x="157020" y="65609"/>
                </a:lnTo>
                <a:lnTo>
                  <a:pt x="123010" y="92426"/>
                </a:lnTo>
                <a:lnTo>
                  <a:pt x="92426" y="123010"/>
                </a:lnTo>
                <a:lnTo>
                  <a:pt x="65609" y="157020"/>
                </a:lnTo>
                <a:lnTo>
                  <a:pt x="42901" y="194112"/>
                </a:lnTo>
                <a:lnTo>
                  <a:pt x="24645" y="233947"/>
                </a:lnTo>
                <a:lnTo>
                  <a:pt x="11181" y="276181"/>
                </a:lnTo>
                <a:lnTo>
                  <a:pt x="2852" y="320473"/>
                </a:lnTo>
                <a:lnTo>
                  <a:pt x="0" y="366480"/>
                </a:lnTo>
                <a:lnTo>
                  <a:pt x="0" y="2355949"/>
                </a:lnTo>
                <a:lnTo>
                  <a:pt x="2852" y="2401956"/>
                </a:lnTo>
                <a:lnTo>
                  <a:pt x="11181" y="2446248"/>
                </a:lnTo>
                <a:lnTo>
                  <a:pt x="24645" y="2488482"/>
                </a:lnTo>
                <a:lnTo>
                  <a:pt x="42901" y="2528317"/>
                </a:lnTo>
                <a:lnTo>
                  <a:pt x="65609" y="2565410"/>
                </a:lnTo>
                <a:lnTo>
                  <a:pt x="92426" y="2599419"/>
                </a:lnTo>
                <a:lnTo>
                  <a:pt x="123010" y="2630003"/>
                </a:lnTo>
                <a:lnTo>
                  <a:pt x="157020" y="2656820"/>
                </a:lnTo>
                <a:lnTo>
                  <a:pt x="194112" y="2679528"/>
                </a:lnTo>
                <a:lnTo>
                  <a:pt x="233947" y="2697785"/>
                </a:lnTo>
                <a:lnTo>
                  <a:pt x="276181" y="2711248"/>
                </a:lnTo>
                <a:lnTo>
                  <a:pt x="320473" y="2719577"/>
                </a:lnTo>
                <a:lnTo>
                  <a:pt x="366480" y="2722430"/>
                </a:lnTo>
                <a:lnTo>
                  <a:pt x="17852859" y="2722430"/>
                </a:lnTo>
                <a:lnTo>
                  <a:pt x="17898867" y="2719577"/>
                </a:lnTo>
                <a:lnTo>
                  <a:pt x="17943159" y="2711248"/>
                </a:lnTo>
                <a:lnTo>
                  <a:pt x="17985393" y="2697785"/>
                </a:lnTo>
                <a:lnTo>
                  <a:pt x="18025227" y="2679528"/>
                </a:lnTo>
                <a:lnTo>
                  <a:pt x="18062320" y="2656820"/>
                </a:lnTo>
                <a:lnTo>
                  <a:pt x="18096329" y="2630003"/>
                </a:lnTo>
                <a:lnTo>
                  <a:pt x="18126914" y="2599419"/>
                </a:lnTo>
                <a:lnTo>
                  <a:pt x="18153730" y="2565410"/>
                </a:lnTo>
                <a:lnTo>
                  <a:pt x="18176438" y="2528317"/>
                </a:lnTo>
                <a:lnTo>
                  <a:pt x="18194695" y="2488482"/>
                </a:lnTo>
                <a:lnTo>
                  <a:pt x="18208159" y="2446248"/>
                </a:lnTo>
                <a:lnTo>
                  <a:pt x="18216488" y="2401956"/>
                </a:lnTo>
                <a:lnTo>
                  <a:pt x="18219340" y="2355949"/>
                </a:lnTo>
                <a:lnTo>
                  <a:pt x="18219340" y="366480"/>
                </a:lnTo>
                <a:lnTo>
                  <a:pt x="18216488" y="320473"/>
                </a:lnTo>
                <a:lnTo>
                  <a:pt x="18208159" y="276181"/>
                </a:lnTo>
                <a:lnTo>
                  <a:pt x="18194695" y="233947"/>
                </a:lnTo>
                <a:lnTo>
                  <a:pt x="18176438" y="194112"/>
                </a:lnTo>
                <a:lnTo>
                  <a:pt x="18153730" y="157020"/>
                </a:lnTo>
                <a:lnTo>
                  <a:pt x="18126914" y="123010"/>
                </a:lnTo>
                <a:lnTo>
                  <a:pt x="18096329" y="92426"/>
                </a:lnTo>
                <a:lnTo>
                  <a:pt x="18062320" y="65609"/>
                </a:lnTo>
                <a:lnTo>
                  <a:pt x="18025227" y="42901"/>
                </a:lnTo>
                <a:lnTo>
                  <a:pt x="17985393" y="24645"/>
                </a:lnTo>
                <a:lnTo>
                  <a:pt x="17943159" y="11181"/>
                </a:lnTo>
                <a:lnTo>
                  <a:pt x="17898867" y="2852"/>
                </a:lnTo>
                <a:lnTo>
                  <a:pt x="17852859" y="0"/>
                </a:lnTo>
                <a:close/>
              </a:path>
            </a:pathLst>
          </a:custGeom>
          <a:solidFill>
            <a:srgbClr val="E8E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667085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200" dirty="0"/>
              <a:t>DOCHELPER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6F9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3903" y="10366176"/>
            <a:ext cx="188475" cy="1884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9679" y="1191451"/>
            <a:ext cx="11431905" cy="704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0F1828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86742" y="10356533"/>
            <a:ext cx="1299210" cy="2451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1" i="0">
                <a:solidFill>
                  <a:srgbClr val="667085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200" dirty="0"/>
              <a:t>DOCHELPER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65250" y="8801995"/>
            <a:ext cx="529590" cy="754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750" b="1" spc="865" dirty="0">
                <a:solidFill>
                  <a:srgbClr val="315DFB"/>
                </a:solidFill>
                <a:latin typeface="Trebuchet MS"/>
                <a:cs typeface="Trebuchet MS"/>
              </a:rPr>
              <a:t>D</a:t>
            </a:r>
            <a:endParaRPr sz="4750" dirty="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xfrm>
            <a:off x="982034" y="2130165"/>
            <a:ext cx="6098216" cy="4130490"/>
          </a:xfrm>
          <a:prstGeom prst="rect">
            <a:avLst/>
          </a:prstGeom>
        </p:spPr>
        <p:txBody>
          <a:bodyPr vert="horz" wrap="square" lIns="0" tIns="593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75"/>
              </a:spcBef>
            </a:pPr>
            <a:r>
              <a:rPr sz="6750" spc="715" dirty="0">
                <a:solidFill>
                  <a:srgbClr val="FFFFFF"/>
                </a:solidFill>
              </a:rPr>
              <a:t>DocHelper</a:t>
            </a:r>
            <a:endParaRPr sz="6750" dirty="0"/>
          </a:p>
          <a:p>
            <a:pPr marL="12700" marR="5080">
              <a:lnSpc>
                <a:spcPct val="118900"/>
              </a:lnSpc>
              <a:spcBef>
                <a:spcPts val="1230"/>
              </a:spcBef>
            </a:pPr>
            <a:r>
              <a:rPr sz="2600" b="0" spc="210" dirty="0">
                <a:solidFill>
                  <a:srgbClr val="D6DDF2"/>
                </a:solidFill>
                <a:latin typeface="Trebuchet MS"/>
                <a:cs typeface="Trebuchet MS"/>
              </a:rPr>
              <a:t>Веб-</a:t>
            </a:r>
            <a:r>
              <a:rPr sz="2600" b="0" spc="235" dirty="0">
                <a:solidFill>
                  <a:srgbClr val="D6DDF2"/>
                </a:solidFill>
                <a:latin typeface="Trebuchet MS"/>
                <a:cs typeface="Trebuchet MS"/>
              </a:rPr>
              <a:t>приложение</a:t>
            </a:r>
            <a:r>
              <a:rPr sz="2600" b="0" spc="65" dirty="0">
                <a:solidFill>
                  <a:srgbClr val="D6DDF2"/>
                </a:solidFill>
                <a:latin typeface="Trebuchet MS"/>
                <a:cs typeface="Trebuchet MS"/>
              </a:rPr>
              <a:t> </a:t>
            </a:r>
            <a:r>
              <a:rPr sz="2600" b="0" spc="245" dirty="0">
                <a:solidFill>
                  <a:srgbClr val="D6DDF2"/>
                </a:solidFill>
                <a:latin typeface="Trebuchet MS"/>
                <a:cs typeface="Trebuchet MS"/>
              </a:rPr>
              <a:t>для</a:t>
            </a:r>
            <a:r>
              <a:rPr sz="2600" b="0" spc="70" dirty="0">
                <a:solidFill>
                  <a:srgbClr val="D6DDF2"/>
                </a:solidFill>
                <a:latin typeface="Trebuchet MS"/>
                <a:cs typeface="Trebuchet MS"/>
              </a:rPr>
              <a:t> </a:t>
            </a:r>
            <a:r>
              <a:rPr sz="2600" b="0" spc="250" dirty="0">
                <a:solidFill>
                  <a:srgbClr val="D6DDF2"/>
                </a:solidFill>
                <a:latin typeface="Trebuchet MS"/>
                <a:cs typeface="Trebuchet MS"/>
              </a:rPr>
              <a:t>автоматизированной</a:t>
            </a:r>
            <a:r>
              <a:rPr sz="2600" b="0" spc="70" dirty="0">
                <a:solidFill>
                  <a:srgbClr val="D6DDF2"/>
                </a:solidFill>
                <a:latin typeface="Trebuchet MS"/>
                <a:cs typeface="Trebuchet MS"/>
              </a:rPr>
              <a:t> </a:t>
            </a:r>
            <a:r>
              <a:rPr sz="2600" b="0" spc="245" dirty="0">
                <a:solidFill>
                  <a:srgbClr val="D6DDF2"/>
                </a:solidFill>
                <a:latin typeface="Trebuchet MS"/>
                <a:cs typeface="Trebuchet MS"/>
              </a:rPr>
              <a:t>подготовки </a:t>
            </a:r>
            <a:r>
              <a:rPr sz="2600" b="0" spc="250" dirty="0">
                <a:solidFill>
                  <a:srgbClr val="D6DDF2"/>
                </a:solidFill>
                <a:latin typeface="Trebuchet MS"/>
                <a:cs typeface="Trebuchet MS"/>
              </a:rPr>
              <a:t>служебных</a:t>
            </a:r>
            <a:r>
              <a:rPr sz="2600" b="0" spc="75" dirty="0">
                <a:solidFill>
                  <a:srgbClr val="D6DDF2"/>
                </a:solidFill>
                <a:latin typeface="Trebuchet MS"/>
                <a:cs typeface="Trebuchet MS"/>
              </a:rPr>
              <a:t> </a:t>
            </a:r>
            <a:r>
              <a:rPr sz="2600" b="0" spc="250" dirty="0">
                <a:solidFill>
                  <a:srgbClr val="D6DDF2"/>
                </a:solidFill>
                <a:latin typeface="Trebuchet MS"/>
                <a:cs typeface="Trebuchet MS"/>
              </a:rPr>
              <a:t>документов</a:t>
            </a:r>
            <a:r>
              <a:rPr sz="2600" b="0" spc="80" dirty="0">
                <a:solidFill>
                  <a:srgbClr val="D6DDF2"/>
                </a:solidFill>
                <a:latin typeface="Trebuchet MS"/>
                <a:cs typeface="Trebuchet MS"/>
              </a:rPr>
              <a:t> </a:t>
            </a:r>
            <a:r>
              <a:rPr sz="2600" b="0" spc="705" dirty="0">
                <a:solidFill>
                  <a:srgbClr val="D6DDF2"/>
                </a:solidFill>
                <a:latin typeface="Trebuchet MS"/>
                <a:cs typeface="Trebuchet MS"/>
              </a:rPr>
              <a:t>—</a:t>
            </a:r>
            <a:r>
              <a:rPr sz="2600" b="0" spc="80" dirty="0">
                <a:solidFill>
                  <a:srgbClr val="D6DDF2"/>
                </a:solidFill>
                <a:latin typeface="Trebuchet MS"/>
                <a:cs typeface="Trebuchet MS"/>
              </a:rPr>
              <a:t> </a:t>
            </a:r>
            <a:r>
              <a:rPr sz="2600" b="0" spc="180" dirty="0">
                <a:solidFill>
                  <a:srgbClr val="D6DDF2"/>
                </a:solidFill>
                <a:latin typeface="Trebuchet MS"/>
                <a:cs typeface="Trebuchet MS"/>
              </a:rPr>
              <a:t>записок,</a:t>
            </a:r>
            <a:r>
              <a:rPr sz="2600" b="0" spc="80" dirty="0">
                <a:solidFill>
                  <a:srgbClr val="D6DDF2"/>
                </a:solidFill>
                <a:latin typeface="Trebuchet MS"/>
                <a:cs typeface="Trebuchet MS"/>
              </a:rPr>
              <a:t> </a:t>
            </a:r>
            <a:r>
              <a:rPr sz="2600" b="0" spc="220" dirty="0">
                <a:solidFill>
                  <a:srgbClr val="D6DDF2"/>
                </a:solidFill>
                <a:latin typeface="Trebuchet MS"/>
                <a:cs typeface="Trebuchet MS"/>
              </a:rPr>
              <a:t>докладных,</a:t>
            </a:r>
            <a:r>
              <a:rPr sz="2600" b="0" spc="80" dirty="0">
                <a:solidFill>
                  <a:srgbClr val="D6DDF2"/>
                </a:solidFill>
                <a:latin typeface="Trebuchet MS"/>
                <a:cs typeface="Trebuchet MS"/>
              </a:rPr>
              <a:t> </a:t>
            </a:r>
            <a:r>
              <a:rPr sz="2600" b="0" spc="210" dirty="0" err="1">
                <a:solidFill>
                  <a:srgbClr val="D6DDF2"/>
                </a:solidFill>
                <a:latin typeface="Trebuchet MS"/>
                <a:cs typeface="Trebuchet MS"/>
              </a:rPr>
              <a:t>справок</a:t>
            </a:r>
            <a:r>
              <a:rPr sz="2600" b="0" spc="210" dirty="0">
                <a:solidFill>
                  <a:srgbClr val="D6DDF2"/>
                </a:solidFill>
                <a:latin typeface="Trebuchet MS"/>
                <a:cs typeface="Trebuchet MS"/>
              </a:rPr>
              <a:t> </a:t>
            </a:r>
            <a:br>
              <a:rPr lang="en-US" sz="2600" b="0" spc="210" dirty="0">
                <a:solidFill>
                  <a:srgbClr val="D6DDF2"/>
                </a:solidFill>
                <a:latin typeface="Trebuchet MS"/>
                <a:cs typeface="Trebuchet MS"/>
              </a:rPr>
            </a:br>
            <a:r>
              <a:rPr sz="2600" b="0" spc="220" dirty="0">
                <a:solidFill>
                  <a:srgbClr val="D6DDF2"/>
                </a:solidFill>
                <a:latin typeface="Trebuchet MS"/>
                <a:cs typeface="Trebuchet MS"/>
              </a:rPr>
              <a:t>и</a:t>
            </a:r>
            <a:r>
              <a:rPr sz="2600" b="0" spc="60" dirty="0">
                <a:solidFill>
                  <a:srgbClr val="D6DDF2"/>
                </a:solidFill>
                <a:latin typeface="Trebuchet MS"/>
                <a:cs typeface="Trebuchet MS"/>
              </a:rPr>
              <a:t> </a:t>
            </a:r>
            <a:r>
              <a:rPr sz="2600" b="0" spc="204" dirty="0">
                <a:solidFill>
                  <a:srgbClr val="D6DDF2"/>
                </a:solidFill>
                <a:latin typeface="Trebuchet MS"/>
                <a:cs typeface="Trebuchet MS"/>
              </a:rPr>
              <a:t>писем</a:t>
            </a:r>
            <a:r>
              <a:rPr sz="2600" b="0" spc="60" dirty="0">
                <a:solidFill>
                  <a:srgbClr val="D6DDF2"/>
                </a:solidFill>
                <a:latin typeface="Trebuchet MS"/>
                <a:cs typeface="Trebuchet MS"/>
              </a:rPr>
              <a:t> </a:t>
            </a:r>
            <a:r>
              <a:rPr sz="2600" b="0" spc="250" dirty="0">
                <a:solidFill>
                  <a:srgbClr val="D6DDF2"/>
                </a:solidFill>
                <a:latin typeface="Trebuchet MS"/>
                <a:cs typeface="Trebuchet MS"/>
              </a:rPr>
              <a:t>за</a:t>
            </a:r>
            <a:r>
              <a:rPr sz="2600" b="0" spc="60" dirty="0">
                <a:solidFill>
                  <a:srgbClr val="D6DDF2"/>
                </a:solidFill>
                <a:latin typeface="Trebuchet MS"/>
                <a:cs typeface="Trebuchet MS"/>
              </a:rPr>
              <a:t> </a:t>
            </a:r>
            <a:r>
              <a:rPr sz="2600" b="0" spc="310" dirty="0">
                <a:solidFill>
                  <a:srgbClr val="D6DDF2"/>
                </a:solidFill>
                <a:latin typeface="Trebuchet MS"/>
                <a:cs typeface="Trebuchet MS"/>
              </a:rPr>
              <a:t>3</a:t>
            </a:r>
            <a:r>
              <a:rPr sz="2600" b="0" spc="60" dirty="0">
                <a:solidFill>
                  <a:srgbClr val="D6DDF2"/>
                </a:solidFill>
                <a:latin typeface="Trebuchet MS"/>
                <a:cs typeface="Trebuchet MS"/>
              </a:rPr>
              <a:t> </a:t>
            </a:r>
            <a:r>
              <a:rPr sz="2600" b="0" spc="280" dirty="0">
                <a:solidFill>
                  <a:srgbClr val="D6DDF2"/>
                </a:solidFill>
                <a:latin typeface="Trebuchet MS"/>
                <a:cs typeface="Trebuchet MS"/>
              </a:rPr>
              <a:t>шага</a:t>
            </a:r>
            <a:endParaRPr sz="26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3446" y="10144059"/>
            <a:ext cx="3338195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220" dirty="0">
                <a:solidFill>
                  <a:srgbClr val="AEBCDF"/>
                </a:solidFill>
                <a:latin typeface="Trebuchet MS"/>
                <a:cs typeface="Trebuchet MS"/>
              </a:rPr>
              <a:t>БЫСТРО</a:t>
            </a:r>
            <a:r>
              <a:rPr sz="1450" b="1" spc="75" dirty="0">
                <a:solidFill>
                  <a:srgbClr val="AEBCDF"/>
                </a:solidFill>
                <a:latin typeface="Trebuchet MS"/>
                <a:cs typeface="Trebuchet MS"/>
              </a:rPr>
              <a:t>  </a:t>
            </a:r>
            <a:r>
              <a:rPr sz="1450" b="1" spc="180" dirty="0">
                <a:solidFill>
                  <a:srgbClr val="AEBCDF"/>
                </a:solidFill>
                <a:latin typeface="Trebuchet MS"/>
                <a:cs typeface="Trebuchet MS"/>
              </a:rPr>
              <a:t>•</a:t>
            </a:r>
            <a:r>
              <a:rPr sz="1450" b="1" spc="80" dirty="0">
                <a:solidFill>
                  <a:srgbClr val="AEBCDF"/>
                </a:solidFill>
                <a:latin typeface="Trebuchet MS"/>
                <a:cs typeface="Trebuchet MS"/>
              </a:rPr>
              <a:t>  </a:t>
            </a:r>
            <a:r>
              <a:rPr sz="1450" b="1" spc="215" dirty="0">
                <a:solidFill>
                  <a:srgbClr val="AEBCDF"/>
                </a:solidFill>
                <a:latin typeface="Trebuchet MS"/>
                <a:cs typeface="Trebuchet MS"/>
              </a:rPr>
              <a:t>ТОЧНО</a:t>
            </a:r>
            <a:r>
              <a:rPr sz="1450" b="1" spc="75" dirty="0">
                <a:solidFill>
                  <a:srgbClr val="AEBCDF"/>
                </a:solidFill>
                <a:latin typeface="Trebuchet MS"/>
                <a:cs typeface="Trebuchet MS"/>
              </a:rPr>
              <a:t>  </a:t>
            </a:r>
            <a:r>
              <a:rPr sz="1450" b="1" spc="180" dirty="0">
                <a:solidFill>
                  <a:srgbClr val="AEBCDF"/>
                </a:solidFill>
                <a:latin typeface="Trebuchet MS"/>
                <a:cs typeface="Trebuchet MS"/>
              </a:rPr>
              <a:t>•</a:t>
            </a:r>
            <a:r>
              <a:rPr sz="1450" b="1" spc="80" dirty="0">
                <a:solidFill>
                  <a:srgbClr val="AEBCDF"/>
                </a:solidFill>
                <a:latin typeface="Trebuchet MS"/>
                <a:cs typeface="Trebuchet MS"/>
              </a:rPr>
              <a:t>  </a:t>
            </a:r>
            <a:r>
              <a:rPr sz="1450" b="1" spc="195" dirty="0">
                <a:solidFill>
                  <a:srgbClr val="AEBCDF"/>
                </a:solidFill>
                <a:latin typeface="Trebuchet MS"/>
                <a:cs typeface="Trebuchet MS"/>
              </a:rPr>
              <a:t>ПРОСТО</a:t>
            </a:r>
            <a:endParaRPr sz="1450">
              <a:latin typeface="Trebuchet MS"/>
              <a:cs typeface="Trebuchet MS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FCD2D0D-ABE1-B3E6-4CE3-4672958F8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250" y="-669925"/>
            <a:ext cx="16611600" cy="1327947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9679" y="741203"/>
            <a:ext cx="1638300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175" dirty="0">
                <a:solidFill>
                  <a:srgbClr val="315DFB"/>
                </a:solidFill>
                <a:latin typeface="Trebuchet MS"/>
                <a:cs typeface="Trebuchet MS"/>
              </a:rPr>
              <a:t>01</a:t>
            </a:r>
            <a:r>
              <a:rPr sz="1450" b="1" spc="65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1450" b="1" dirty="0">
                <a:solidFill>
                  <a:srgbClr val="315DFB"/>
                </a:solidFill>
                <a:latin typeface="Trebuchet MS"/>
                <a:cs typeface="Trebuchet MS"/>
              </a:rPr>
              <a:t>/</a:t>
            </a:r>
            <a:r>
              <a:rPr sz="1450" b="1" spc="65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1450" b="1" spc="185" dirty="0">
                <a:solidFill>
                  <a:srgbClr val="315DFB"/>
                </a:solidFill>
                <a:latin typeface="Trebuchet MS"/>
                <a:cs typeface="Trebuchet MS"/>
              </a:rPr>
              <a:t>КОНТЕКСТ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25" dirty="0"/>
              <a:t>Проблема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29679" y="2606675"/>
            <a:ext cx="8586470" cy="2722880"/>
            <a:chOff x="942379" y="3350683"/>
            <a:chExt cx="8586470" cy="2722880"/>
          </a:xfrm>
        </p:grpSpPr>
        <p:sp>
          <p:nvSpPr>
            <p:cNvPr id="5" name="object 5"/>
            <p:cNvSpPr/>
            <p:nvPr/>
          </p:nvSpPr>
          <p:spPr>
            <a:xfrm>
              <a:off x="942379" y="3350683"/>
              <a:ext cx="8586470" cy="2722880"/>
            </a:xfrm>
            <a:custGeom>
              <a:avLst/>
              <a:gdLst/>
              <a:ahLst/>
              <a:cxnLst/>
              <a:rect l="l" t="t" r="r" b="b"/>
              <a:pathLst>
                <a:path w="8586470" h="2722879">
                  <a:moveTo>
                    <a:pt x="8334824" y="0"/>
                  </a:moveTo>
                  <a:lnTo>
                    <a:pt x="251301" y="0"/>
                  </a:lnTo>
                  <a:lnTo>
                    <a:pt x="206095" y="4044"/>
                  </a:lnTo>
                  <a:lnTo>
                    <a:pt x="163561" y="15707"/>
                  </a:lnTo>
                  <a:lnTo>
                    <a:pt x="124407" y="34281"/>
                  </a:lnTo>
                  <a:lnTo>
                    <a:pt x="89337" y="59060"/>
                  </a:lnTo>
                  <a:lnTo>
                    <a:pt x="59060" y="89337"/>
                  </a:lnTo>
                  <a:lnTo>
                    <a:pt x="34281" y="124407"/>
                  </a:lnTo>
                  <a:lnTo>
                    <a:pt x="15707" y="163561"/>
                  </a:lnTo>
                  <a:lnTo>
                    <a:pt x="4044" y="206095"/>
                  </a:lnTo>
                  <a:lnTo>
                    <a:pt x="0" y="251301"/>
                  </a:lnTo>
                  <a:lnTo>
                    <a:pt x="0" y="2471128"/>
                  </a:lnTo>
                  <a:lnTo>
                    <a:pt x="4044" y="2516334"/>
                  </a:lnTo>
                  <a:lnTo>
                    <a:pt x="15707" y="2558868"/>
                  </a:lnTo>
                  <a:lnTo>
                    <a:pt x="34281" y="2598023"/>
                  </a:lnTo>
                  <a:lnTo>
                    <a:pt x="59060" y="2633092"/>
                  </a:lnTo>
                  <a:lnTo>
                    <a:pt x="89337" y="2663369"/>
                  </a:lnTo>
                  <a:lnTo>
                    <a:pt x="124407" y="2688148"/>
                  </a:lnTo>
                  <a:lnTo>
                    <a:pt x="163561" y="2706723"/>
                  </a:lnTo>
                  <a:lnTo>
                    <a:pt x="206095" y="2718385"/>
                  </a:lnTo>
                  <a:lnTo>
                    <a:pt x="251301" y="2722430"/>
                  </a:lnTo>
                  <a:lnTo>
                    <a:pt x="8334824" y="2722430"/>
                  </a:lnTo>
                  <a:lnTo>
                    <a:pt x="8380030" y="2718385"/>
                  </a:lnTo>
                  <a:lnTo>
                    <a:pt x="8422564" y="2706723"/>
                  </a:lnTo>
                  <a:lnTo>
                    <a:pt x="8461718" y="2688148"/>
                  </a:lnTo>
                  <a:lnTo>
                    <a:pt x="8496788" y="2663369"/>
                  </a:lnTo>
                  <a:lnTo>
                    <a:pt x="8527065" y="2633092"/>
                  </a:lnTo>
                  <a:lnTo>
                    <a:pt x="8551844" y="2598023"/>
                  </a:lnTo>
                  <a:lnTo>
                    <a:pt x="8570418" y="2558868"/>
                  </a:lnTo>
                  <a:lnTo>
                    <a:pt x="8582081" y="2516334"/>
                  </a:lnTo>
                  <a:lnTo>
                    <a:pt x="8586126" y="2471128"/>
                  </a:lnTo>
                  <a:lnTo>
                    <a:pt x="8586126" y="251301"/>
                  </a:lnTo>
                  <a:lnTo>
                    <a:pt x="8582081" y="206095"/>
                  </a:lnTo>
                  <a:lnTo>
                    <a:pt x="8570418" y="163561"/>
                  </a:lnTo>
                  <a:lnTo>
                    <a:pt x="8551844" y="124407"/>
                  </a:lnTo>
                  <a:lnTo>
                    <a:pt x="8527065" y="89337"/>
                  </a:lnTo>
                  <a:lnTo>
                    <a:pt x="8496788" y="59060"/>
                  </a:lnTo>
                  <a:lnTo>
                    <a:pt x="8461718" y="34281"/>
                  </a:lnTo>
                  <a:lnTo>
                    <a:pt x="8422564" y="15707"/>
                  </a:lnTo>
                  <a:lnTo>
                    <a:pt x="8380030" y="4044"/>
                  </a:lnTo>
                  <a:lnTo>
                    <a:pt x="83348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93680" y="3350683"/>
              <a:ext cx="8083550" cy="104775"/>
            </a:xfrm>
            <a:custGeom>
              <a:avLst/>
              <a:gdLst/>
              <a:ahLst/>
              <a:cxnLst/>
              <a:rect l="l" t="t" r="r" b="b"/>
              <a:pathLst>
                <a:path w="8083550" h="104775">
                  <a:moveTo>
                    <a:pt x="8031169" y="0"/>
                  </a:moveTo>
                  <a:lnTo>
                    <a:pt x="52354" y="0"/>
                  </a:lnTo>
                  <a:lnTo>
                    <a:pt x="31964" y="4110"/>
                  </a:lnTo>
                  <a:lnTo>
                    <a:pt x="15324" y="15324"/>
                  </a:lnTo>
                  <a:lnTo>
                    <a:pt x="4110" y="31964"/>
                  </a:lnTo>
                  <a:lnTo>
                    <a:pt x="0" y="52354"/>
                  </a:lnTo>
                  <a:lnTo>
                    <a:pt x="4110" y="72744"/>
                  </a:lnTo>
                  <a:lnTo>
                    <a:pt x="15324" y="89384"/>
                  </a:lnTo>
                  <a:lnTo>
                    <a:pt x="31964" y="100598"/>
                  </a:lnTo>
                  <a:lnTo>
                    <a:pt x="52354" y="104708"/>
                  </a:lnTo>
                  <a:lnTo>
                    <a:pt x="8031169" y="104708"/>
                  </a:lnTo>
                  <a:lnTo>
                    <a:pt x="8051559" y="100598"/>
                  </a:lnTo>
                  <a:lnTo>
                    <a:pt x="8068199" y="89384"/>
                  </a:lnTo>
                  <a:lnTo>
                    <a:pt x="8079413" y="72744"/>
                  </a:lnTo>
                  <a:lnTo>
                    <a:pt x="8083523" y="52354"/>
                  </a:lnTo>
                  <a:lnTo>
                    <a:pt x="8079413" y="31964"/>
                  </a:lnTo>
                  <a:lnTo>
                    <a:pt x="8068199" y="15324"/>
                  </a:lnTo>
                  <a:lnTo>
                    <a:pt x="8051559" y="4110"/>
                  </a:lnTo>
                  <a:lnTo>
                    <a:pt x="8031169" y="0"/>
                  </a:lnTo>
                  <a:close/>
                </a:path>
              </a:pathLst>
            </a:custGeom>
            <a:solidFill>
              <a:srgbClr val="315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72989" y="2877546"/>
            <a:ext cx="7545705" cy="98171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200" b="1" spc="295" dirty="0">
                <a:solidFill>
                  <a:srgbClr val="0F1828"/>
                </a:solidFill>
                <a:latin typeface="Trebuchet MS"/>
                <a:cs typeface="Trebuchet MS"/>
              </a:rPr>
              <a:t>Затраты</a:t>
            </a:r>
            <a:r>
              <a:rPr sz="2200" b="1" spc="120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2200" b="1" spc="225" dirty="0">
                <a:solidFill>
                  <a:srgbClr val="0F1828"/>
                </a:solidFill>
                <a:latin typeface="Trebuchet MS"/>
                <a:cs typeface="Trebuchet MS"/>
              </a:rPr>
              <a:t>времени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800" spc="175" dirty="0">
                <a:solidFill>
                  <a:srgbClr val="667085"/>
                </a:solidFill>
                <a:latin typeface="Trebuchet MS"/>
                <a:cs typeface="Trebuchet MS"/>
              </a:rPr>
              <a:t>Сотрудники</a:t>
            </a:r>
            <a:r>
              <a:rPr sz="1800" spc="4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200" dirty="0">
                <a:solidFill>
                  <a:srgbClr val="667085"/>
                </a:solidFill>
                <a:latin typeface="Trebuchet MS"/>
                <a:cs typeface="Trebuchet MS"/>
              </a:rPr>
              <a:t>тратят</a:t>
            </a:r>
            <a:r>
              <a:rPr sz="1800" spc="4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667085"/>
                </a:solidFill>
                <a:latin typeface="Trebuchet MS"/>
                <a:cs typeface="Trebuchet MS"/>
              </a:rPr>
              <a:t>часы</a:t>
            </a:r>
            <a:r>
              <a:rPr sz="1800" spc="4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70" dirty="0">
                <a:solidFill>
                  <a:srgbClr val="667085"/>
                </a:solidFill>
                <a:latin typeface="Trebuchet MS"/>
                <a:cs typeface="Trebuchet MS"/>
              </a:rPr>
              <a:t>на</a:t>
            </a:r>
            <a:r>
              <a:rPr sz="1800" spc="4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45" dirty="0">
                <a:solidFill>
                  <a:srgbClr val="667085"/>
                </a:solidFill>
                <a:latin typeface="Trebuchet MS"/>
                <a:cs typeface="Trebuchet MS"/>
              </a:rPr>
              <a:t>ручное</a:t>
            </a:r>
            <a:r>
              <a:rPr sz="1800" spc="4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35" dirty="0">
                <a:solidFill>
                  <a:srgbClr val="667085"/>
                </a:solidFill>
                <a:latin typeface="Trebuchet MS"/>
                <a:cs typeface="Trebuchet MS"/>
              </a:rPr>
              <a:t>оформление</a:t>
            </a:r>
            <a:r>
              <a:rPr sz="1800" spc="4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30" dirty="0">
                <a:solidFill>
                  <a:srgbClr val="667085"/>
                </a:solidFill>
                <a:latin typeface="Trebuchet MS"/>
                <a:cs typeface="Trebuchet MS"/>
              </a:rPr>
              <a:t>документов.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353476" y="2606675"/>
            <a:ext cx="8586470" cy="2722880"/>
            <a:chOff x="10366176" y="3350683"/>
            <a:chExt cx="8586470" cy="2722880"/>
          </a:xfrm>
        </p:grpSpPr>
        <p:sp>
          <p:nvSpPr>
            <p:cNvPr id="9" name="object 9"/>
            <p:cNvSpPr/>
            <p:nvPr/>
          </p:nvSpPr>
          <p:spPr>
            <a:xfrm>
              <a:off x="10366176" y="3350683"/>
              <a:ext cx="8586470" cy="2722880"/>
            </a:xfrm>
            <a:custGeom>
              <a:avLst/>
              <a:gdLst/>
              <a:ahLst/>
              <a:cxnLst/>
              <a:rect l="l" t="t" r="r" b="b"/>
              <a:pathLst>
                <a:path w="8586469" h="2722879">
                  <a:moveTo>
                    <a:pt x="8334824" y="0"/>
                  </a:moveTo>
                  <a:lnTo>
                    <a:pt x="251301" y="0"/>
                  </a:lnTo>
                  <a:lnTo>
                    <a:pt x="206095" y="4044"/>
                  </a:lnTo>
                  <a:lnTo>
                    <a:pt x="163562" y="15707"/>
                  </a:lnTo>
                  <a:lnTo>
                    <a:pt x="124408" y="34281"/>
                  </a:lnTo>
                  <a:lnTo>
                    <a:pt x="89338" y="59060"/>
                  </a:lnTo>
                  <a:lnTo>
                    <a:pt x="59060" y="89337"/>
                  </a:lnTo>
                  <a:lnTo>
                    <a:pt x="34281" y="124407"/>
                  </a:lnTo>
                  <a:lnTo>
                    <a:pt x="15707" y="163561"/>
                  </a:lnTo>
                  <a:lnTo>
                    <a:pt x="4044" y="206095"/>
                  </a:lnTo>
                  <a:lnTo>
                    <a:pt x="0" y="251301"/>
                  </a:lnTo>
                  <a:lnTo>
                    <a:pt x="0" y="2471128"/>
                  </a:lnTo>
                  <a:lnTo>
                    <a:pt x="4044" y="2516334"/>
                  </a:lnTo>
                  <a:lnTo>
                    <a:pt x="15707" y="2558868"/>
                  </a:lnTo>
                  <a:lnTo>
                    <a:pt x="34281" y="2598023"/>
                  </a:lnTo>
                  <a:lnTo>
                    <a:pt x="59060" y="2633092"/>
                  </a:lnTo>
                  <a:lnTo>
                    <a:pt x="89338" y="2663369"/>
                  </a:lnTo>
                  <a:lnTo>
                    <a:pt x="124408" y="2688148"/>
                  </a:lnTo>
                  <a:lnTo>
                    <a:pt x="163562" y="2706723"/>
                  </a:lnTo>
                  <a:lnTo>
                    <a:pt x="206095" y="2718385"/>
                  </a:lnTo>
                  <a:lnTo>
                    <a:pt x="251301" y="2722430"/>
                  </a:lnTo>
                  <a:lnTo>
                    <a:pt x="8334824" y="2722430"/>
                  </a:lnTo>
                  <a:lnTo>
                    <a:pt x="8380030" y="2718385"/>
                  </a:lnTo>
                  <a:lnTo>
                    <a:pt x="8422563" y="2706723"/>
                  </a:lnTo>
                  <a:lnTo>
                    <a:pt x="8461717" y="2688148"/>
                  </a:lnTo>
                  <a:lnTo>
                    <a:pt x="8496787" y="2663369"/>
                  </a:lnTo>
                  <a:lnTo>
                    <a:pt x="8527065" y="2633092"/>
                  </a:lnTo>
                  <a:lnTo>
                    <a:pt x="8551844" y="2598023"/>
                  </a:lnTo>
                  <a:lnTo>
                    <a:pt x="8570418" y="2558868"/>
                  </a:lnTo>
                  <a:lnTo>
                    <a:pt x="8582081" y="2516334"/>
                  </a:lnTo>
                  <a:lnTo>
                    <a:pt x="8586126" y="2471128"/>
                  </a:lnTo>
                  <a:lnTo>
                    <a:pt x="8586126" y="251301"/>
                  </a:lnTo>
                  <a:lnTo>
                    <a:pt x="8582081" y="206095"/>
                  </a:lnTo>
                  <a:lnTo>
                    <a:pt x="8570418" y="163561"/>
                  </a:lnTo>
                  <a:lnTo>
                    <a:pt x="8551844" y="124407"/>
                  </a:lnTo>
                  <a:lnTo>
                    <a:pt x="8527065" y="89337"/>
                  </a:lnTo>
                  <a:lnTo>
                    <a:pt x="8496787" y="59060"/>
                  </a:lnTo>
                  <a:lnTo>
                    <a:pt x="8461717" y="34281"/>
                  </a:lnTo>
                  <a:lnTo>
                    <a:pt x="8422563" y="15707"/>
                  </a:lnTo>
                  <a:lnTo>
                    <a:pt x="8380030" y="4044"/>
                  </a:lnTo>
                  <a:lnTo>
                    <a:pt x="83348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617477" y="3350683"/>
              <a:ext cx="8083550" cy="104775"/>
            </a:xfrm>
            <a:custGeom>
              <a:avLst/>
              <a:gdLst/>
              <a:ahLst/>
              <a:cxnLst/>
              <a:rect l="l" t="t" r="r" b="b"/>
              <a:pathLst>
                <a:path w="8083550" h="104775">
                  <a:moveTo>
                    <a:pt x="8031169" y="0"/>
                  </a:moveTo>
                  <a:lnTo>
                    <a:pt x="52354" y="0"/>
                  </a:lnTo>
                  <a:lnTo>
                    <a:pt x="31964" y="4110"/>
                  </a:lnTo>
                  <a:lnTo>
                    <a:pt x="15324" y="15324"/>
                  </a:lnTo>
                  <a:lnTo>
                    <a:pt x="4110" y="31964"/>
                  </a:lnTo>
                  <a:lnTo>
                    <a:pt x="0" y="52354"/>
                  </a:lnTo>
                  <a:lnTo>
                    <a:pt x="4110" y="72744"/>
                  </a:lnTo>
                  <a:lnTo>
                    <a:pt x="15324" y="89384"/>
                  </a:lnTo>
                  <a:lnTo>
                    <a:pt x="31964" y="100598"/>
                  </a:lnTo>
                  <a:lnTo>
                    <a:pt x="52354" y="104708"/>
                  </a:lnTo>
                  <a:lnTo>
                    <a:pt x="8031169" y="104708"/>
                  </a:lnTo>
                  <a:lnTo>
                    <a:pt x="8051559" y="100598"/>
                  </a:lnTo>
                  <a:lnTo>
                    <a:pt x="8068199" y="89384"/>
                  </a:lnTo>
                  <a:lnTo>
                    <a:pt x="8079413" y="72744"/>
                  </a:lnTo>
                  <a:lnTo>
                    <a:pt x="8083523" y="52354"/>
                  </a:lnTo>
                  <a:lnTo>
                    <a:pt x="8079413" y="31964"/>
                  </a:lnTo>
                  <a:lnTo>
                    <a:pt x="8068199" y="15324"/>
                  </a:lnTo>
                  <a:lnTo>
                    <a:pt x="8051559" y="4110"/>
                  </a:lnTo>
                  <a:lnTo>
                    <a:pt x="8031169" y="0"/>
                  </a:lnTo>
                  <a:close/>
                </a:path>
              </a:pathLst>
            </a:custGeom>
            <a:solidFill>
              <a:srgbClr val="315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696786" y="2877546"/>
            <a:ext cx="7018020" cy="1306195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200" b="1" spc="260" dirty="0">
                <a:solidFill>
                  <a:srgbClr val="0F1828"/>
                </a:solidFill>
                <a:latin typeface="Trebuchet MS"/>
                <a:cs typeface="Trebuchet MS"/>
              </a:rPr>
              <a:t>Риск</a:t>
            </a:r>
            <a:r>
              <a:rPr sz="2200" b="1" spc="110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2200" b="1" spc="310" dirty="0">
                <a:solidFill>
                  <a:srgbClr val="0F1828"/>
                </a:solidFill>
                <a:latin typeface="Trebuchet MS"/>
                <a:cs typeface="Trebuchet MS"/>
              </a:rPr>
              <a:t>ошибок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18300"/>
              </a:lnSpc>
              <a:spcBef>
                <a:spcPts val="830"/>
              </a:spcBef>
            </a:pPr>
            <a:r>
              <a:rPr sz="1800" spc="185" dirty="0">
                <a:solidFill>
                  <a:srgbClr val="667085"/>
                </a:solidFill>
                <a:latin typeface="Trebuchet MS"/>
                <a:cs typeface="Trebuchet MS"/>
              </a:rPr>
              <a:t>Ошибки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35" dirty="0">
                <a:solidFill>
                  <a:srgbClr val="667085"/>
                </a:solidFill>
                <a:latin typeface="Trebuchet MS"/>
                <a:cs typeface="Trebuchet MS"/>
              </a:rPr>
              <a:t>в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05" dirty="0">
                <a:solidFill>
                  <a:srgbClr val="667085"/>
                </a:solidFill>
                <a:latin typeface="Trebuchet MS"/>
                <a:cs typeface="Trebuchet MS"/>
              </a:rPr>
              <a:t>стиле,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0" dirty="0">
                <a:solidFill>
                  <a:srgbClr val="667085"/>
                </a:solidFill>
                <a:latin typeface="Trebuchet MS"/>
                <a:cs typeface="Trebuchet MS"/>
              </a:rPr>
              <a:t>форматировании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и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5" dirty="0">
                <a:solidFill>
                  <a:srgbClr val="667085"/>
                </a:solidFill>
                <a:latin typeface="Trebuchet MS"/>
                <a:cs typeface="Trebuchet MS"/>
              </a:rPr>
              <a:t>реквизитах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70" dirty="0">
                <a:solidFill>
                  <a:srgbClr val="667085"/>
                </a:solidFill>
                <a:latin typeface="Trebuchet MS"/>
                <a:cs typeface="Trebuchet MS"/>
              </a:rPr>
              <a:t>требуют </a:t>
            </a:r>
            <a:r>
              <a:rPr sz="1800" spc="130" dirty="0">
                <a:solidFill>
                  <a:srgbClr val="667085"/>
                </a:solidFill>
                <a:latin typeface="Trebuchet MS"/>
                <a:cs typeface="Trebuchet MS"/>
              </a:rPr>
              <a:t>переработок.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29679" y="6062067"/>
            <a:ext cx="8586470" cy="2722880"/>
            <a:chOff x="942379" y="6806075"/>
            <a:chExt cx="8586470" cy="2722880"/>
          </a:xfrm>
        </p:grpSpPr>
        <p:sp>
          <p:nvSpPr>
            <p:cNvPr id="13" name="object 13"/>
            <p:cNvSpPr/>
            <p:nvPr/>
          </p:nvSpPr>
          <p:spPr>
            <a:xfrm>
              <a:off x="942379" y="6806075"/>
              <a:ext cx="8586470" cy="2722880"/>
            </a:xfrm>
            <a:custGeom>
              <a:avLst/>
              <a:gdLst/>
              <a:ahLst/>
              <a:cxnLst/>
              <a:rect l="l" t="t" r="r" b="b"/>
              <a:pathLst>
                <a:path w="8586470" h="2722879">
                  <a:moveTo>
                    <a:pt x="8334824" y="0"/>
                  </a:moveTo>
                  <a:lnTo>
                    <a:pt x="251301" y="0"/>
                  </a:lnTo>
                  <a:lnTo>
                    <a:pt x="206095" y="4044"/>
                  </a:lnTo>
                  <a:lnTo>
                    <a:pt x="163561" y="15707"/>
                  </a:lnTo>
                  <a:lnTo>
                    <a:pt x="124407" y="34281"/>
                  </a:lnTo>
                  <a:lnTo>
                    <a:pt x="89337" y="59060"/>
                  </a:lnTo>
                  <a:lnTo>
                    <a:pt x="59060" y="89337"/>
                  </a:lnTo>
                  <a:lnTo>
                    <a:pt x="34281" y="124407"/>
                  </a:lnTo>
                  <a:lnTo>
                    <a:pt x="15707" y="163561"/>
                  </a:lnTo>
                  <a:lnTo>
                    <a:pt x="4044" y="206095"/>
                  </a:lnTo>
                  <a:lnTo>
                    <a:pt x="0" y="251301"/>
                  </a:lnTo>
                  <a:lnTo>
                    <a:pt x="0" y="2471128"/>
                  </a:lnTo>
                  <a:lnTo>
                    <a:pt x="4044" y="2516334"/>
                  </a:lnTo>
                  <a:lnTo>
                    <a:pt x="15707" y="2558868"/>
                  </a:lnTo>
                  <a:lnTo>
                    <a:pt x="34281" y="2598023"/>
                  </a:lnTo>
                  <a:lnTo>
                    <a:pt x="59060" y="2633092"/>
                  </a:lnTo>
                  <a:lnTo>
                    <a:pt x="89337" y="2663369"/>
                  </a:lnTo>
                  <a:lnTo>
                    <a:pt x="124407" y="2688148"/>
                  </a:lnTo>
                  <a:lnTo>
                    <a:pt x="163561" y="2706723"/>
                  </a:lnTo>
                  <a:lnTo>
                    <a:pt x="206095" y="2718385"/>
                  </a:lnTo>
                  <a:lnTo>
                    <a:pt x="251301" y="2722430"/>
                  </a:lnTo>
                  <a:lnTo>
                    <a:pt x="8334824" y="2722430"/>
                  </a:lnTo>
                  <a:lnTo>
                    <a:pt x="8380030" y="2718385"/>
                  </a:lnTo>
                  <a:lnTo>
                    <a:pt x="8422564" y="2706723"/>
                  </a:lnTo>
                  <a:lnTo>
                    <a:pt x="8461718" y="2688148"/>
                  </a:lnTo>
                  <a:lnTo>
                    <a:pt x="8496788" y="2663369"/>
                  </a:lnTo>
                  <a:lnTo>
                    <a:pt x="8527065" y="2633092"/>
                  </a:lnTo>
                  <a:lnTo>
                    <a:pt x="8551844" y="2598023"/>
                  </a:lnTo>
                  <a:lnTo>
                    <a:pt x="8570418" y="2558868"/>
                  </a:lnTo>
                  <a:lnTo>
                    <a:pt x="8582081" y="2516334"/>
                  </a:lnTo>
                  <a:lnTo>
                    <a:pt x="8586126" y="2471128"/>
                  </a:lnTo>
                  <a:lnTo>
                    <a:pt x="8586126" y="251301"/>
                  </a:lnTo>
                  <a:lnTo>
                    <a:pt x="8582081" y="206095"/>
                  </a:lnTo>
                  <a:lnTo>
                    <a:pt x="8570418" y="163561"/>
                  </a:lnTo>
                  <a:lnTo>
                    <a:pt x="8551844" y="124407"/>
                  </a:lnTo>
                  <a:lnTo>
                    <a:pt x="8527065" y="89337"/>
                  </a:lnTo>
                  <a:lnTo>
                    <a:pt x="8496788" y="59060"/>
                  </a:lnTo>
                  <a:lnTo>
                    <a:pt x="8461718" y="34281"/>
                  </a:lnTo>
                  <a:lnTo>
                    <a:pt x="8422564" y="15707"/>
                  </a:lnTo>
                  <a:lnTo>
                    <a:pt x="8380030" y="4044"/>
                  </a:lnTo>
                  <a:lnTo>
                    <a:pt x="83348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93680" y="6806075"/>
              <a:ext cx="8083550" cy="104775"/>
            </a:xfrm>
            <a:custGeom>
              <a:avLst/>
              <a:gdLst/>
              <a:ahLst/>
              <a:cxnLst/>
              <a:rect l="l" t="t" r="r" b="b"/>
              <a:pathLst>
                <a:path w="8083550" h="104775">
                  <a:moveTo>
                    <a:pt x="8031169" y="0"/>
                  </a:moveTo>
                  <a:lnTo>
                    <a:pt x="52354" y="0"/>
                  </a:lnTo>
                  <a:lnTo>
                    <a:pt x="31964" y="4110"/>
                  </a:lnTo>
                  <a:lnTo>
                    <a:pt x="15324" y="15324"/>
                  </a:lnTo>
                  <a:lnTo>
                    <a:pt x="4110" y="31964"/>
                  </a:lnTo>
                  <a:lnTo>
                    <a:pt x="0" y="52354"/>
                  </a:lnTo>
                  <a:lnTo>
                    <a:pt x="4110" y="72744"/>
                  </a:lnTo>
                  <a:lnTo>
                    <a:pt x="15324" y="89384"/>
                  </a:lnTo>
                  <a:lnTo>
                    <a:pt x="31964" y="100598"/>
                  </a:lnTo>
                  <a:lnTo>
                    <a:pt x="52354" y="104708"/>
                  </a:lnTo>
                  <a:lnTo>
                    <a:pt x="8031169" y="104708"/>
                  </a:lnTo>
                  <a:lnTo>
                    <a:pt x="8051559" y="100598"/>
                  </a:lnTo>
                  <a:lnTo>
                    <a:pt x="8068199" y="89384"/>
                  </a:lnTo>
                  <a:lnTo>
                    <a:pt x="8079413" y="72744"/>
                  </a:lnTo>
                  <a:lnTo>
                    <a:pt x="8083523" y="52354"/>
                  </a:lnTo>
                  <a:lnTo>
                    <a:pt x="8079413" y="31964"/>
                  </a:lnTo>
                  <a:lnTo>
                    <a:pt x="8068199" y="15324"/>
                  </a:lnTo>
                  <a:lnTo>
                    <a:pt x="8051559" y="4110"/>
                  </a:lnTo>
                  <a:lnTo>
                    <a:pt x="8031169" y="0"/>
                  </a:lnTo>
                  <a:close/>
                </a:path>
              </a:pathLst>
            </a:custGeom>
            <a:solidFill>
              <a:srgbClr val="315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272989" y="6332938"/>
            <a:ext cx="7756525" cy="1306195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200" b="1" spc="270" dirty="0">
                <a:solidFill>
                  <a:srgbClr val="0F1828"/>
                </a:solidFill>
                <a:latin typeface="Trebuchet MS"/>
                <a:cs typeface="Trebuchet MS"/>
              </a:rPr>
              <a:t>Сложность</a:t>
            </a:r>
            <a:r>
              <a:rPr sz="2200" b="1" spc="110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2200" b="1" spc="240" dirty="0">
                <a:solidFill>
                  <a:srgbClr val="0F1828"/>
                </a:solidFill>
                <a:latin typeface="Trebuchet MS"/>
                <a:cs typeface="Trebuchet MS"/>
              </a:rPr>
              <a:t>требований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18300"/>
              </a:lnSpc>
              <a:spcBef>
                <a:spcPts val="830"/>
              </a:spcBef>
            </a:pPr>
            <a:r>
              <a:rPr sz="1800" spc="140" dirty="0">
                <a:solidFill>
                  <a:srgbClr val="667085"/>
                </a:solidFill>
                <a:latin typeface="Trebuchet MS"/>
                <a:cs typeface="Trebuchet MS"/>
              </a:rPr>
              <a:t>Трудно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0" dirty="0">
                <a:solidFill>
                  <a:srgbClr val="667085"/>
                </a:solidFill>
                <a:latin typeface="Trebuchet MS"/>
                <a:cs typeface="Trebuchet MS"/>
              </a:rPr>
              <a:t>постоянно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5" dirty="0">
                <a:solidFill>
                  <a:srgbClr val="667085"/>
                </a:solidFill>
                <a:latin typeface="Trebuchet MS"/>
                <a:cs typeface="Trebuchet MS"/>
              </a:rPr>
              <a:t>помнить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70" dirty="0">
                <a:solidFill>
                  <a:srgbClr val="667085"/>
                </a:solidFill>
                <a:latin typeface="Trebuchet MS"/>
                <a:cs typeface="Trebuchet MS"/>
              </a:rPr>
              <a:t>актуальные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требования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5" dirty="0">
                <a:solidFill>
                  <a:srgbClr val="667085"/>
                </a:solidFill>
                <a:latin typeface="Trebuchet MS"/>
                <a:cs typeface="Trebuchet MS"/>
              </a:rPr>
              <a:t>к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75" dirty="0">
                <a:solidFill>
                  <a:srgbClr val="667085"/>
                </a:solidFill>
                <a:latin typeface="Trebuchet MS"/>
                <a:cs typeface="Trebuchet MS"/>
              </a:rPr>
              <a:t>каждому </a:t>
            </a:r>
            <a:r>
              <a:rPr sz="1800" spc="185" dirty="0">
                <a:solidFill>
                  <a:srgbClr val="667085"/>
                </a:solidFill>
                <a:latin typeface="Trebuchet MS"/>
                <a:cs typeface="Trebuchet MS"/>
              </a:rPr>
              <a:t>типу</a:t>
            </a:r>
            <a:r>
              <a:rPr sz="1800" spc="2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30" dirty="0">
                <a:solidFill>
                  <a:srgbClr val="667085"/>
                </a:solidFill>
                <a:latin typeface="Trebuchet MS"/>
                <a:cs typeface="Trebuchet MS"/>
              </a:rPr>
              <a:t>документа.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353476" y="6062067"/>
            <a:ext cx="8586470" cy="2722880"/>
            <a:chOff x="10366176" y="6806075"/>
            <a:chExt cx="8586470" cy="2722880"/>
          </a:xfrm>
        </p:grpSpPr>
        <p:sp>
          <p:nvSpPr>
            <p:cNvPr id="17" name="object 17"/>
            <p:cNvSpPr/>
            <p:nvPr/>
          </p:nvSpPr>
          <p:spPr>
            <a:xfrm>
              <a:off x="10366176" y="6806075"/>
              <a:ext cx="8586470" cy="2722880"/>
            </a:xfrm>
            <a:custGeom>
              <a:avLst/>
              <a:gdLst/>
              <a:ahLst/>
              <a:cxnLst/>
              <a:rect l="l" t="t" r="r" b="b"/>
              <a:pathLst>
                <a:path w="8586469" h="2722879">
                  <a:moveTo>
                    <a:pt x="8334824" y="0"/>
                  </a:moveTo>
                  <a:lnTo>
                    <a:pt x="251301" y="0"/>
                  </a:lnTo>
                  <a:lnTo>
                    <a:pt x="206095" y="4044"/>
                  </a:lnTo>
                  <a:lnTo>
                    <a:pt x="163562" y="15707"/>
                  </a:lnTo>
                  <a:lnTo>
                    <a:pt x="124408" y="34281"/>
                  </a:lnTo>
                  <a:lnTo>
                    <a:pt x="89338" y="59060"/>
                  </a:lnTo>
                  <a:lnTo>
                    <a:pt x="59060" y="89337"/>
                  </a:lnTo>
                  <a:lnTo>
                    <a:pt x="34281" y="124407"/>
                  </a:lnTo>
                  <a:lnTo>
                    <a:pt x="15707" y="163561"/>
                  </a:lnTo>
                  <a:lnTo>
                    <a:pt x="4044" y="206095"/>
                  </a:lnTo>
                  <a:lnTo>
                    <a:pt x="0" y="251301"/>
                  </a:lnTo>
                  <a:lnTo>
                    <a:pt x="0" y="2471128"/>
                  </a:lnTo>
                  <a:lnTo>
                    <a:pt x="4044" y="2516334"/>
                  </a:lnTo>
                  <a:lnTo>
                    <a:pt x="15707" y="2558868"/>
                  </a:lnTo>
                  <a:lnTo>
                    <a:pt x="34281" y="2598023"/>
                  </a:lnTo>
                  <a:lnTo>
                    <a:pt x="59060" y="2633092"/>
                  </a:lnTo>
                  <a:lnTo>
                    <a:pt x="89338" y="2663369"/>
                  </a:lnTo>
                  <a:lnTo>
                    <a:pt x="124408" y="2688148"/>
                  </a:lnTo>
                  <a:lnTo>
                    <a:pt x="163562" y="2706723"/>
                  </a:lnTo>
                  <a:lnTo>
                    <a:pt x="206095" y="2718385"/>
                  </a:lnTo>
                  <a:lnTo>
                    <a:pt x="251301" y="2722430"/>
                  </a:lnTo>
                  <a:lnTo>
                    <a:pt x="8334824" y="2722430"/>
                  </a:lnTo>
                  <a:lnTo>
                    <a:pt x="8380030" y="2718385"/>
                  </a:lnTo>
                  <a:lnTo>
                    <a:pt x="8422563" y="2706723"/>
                  </a:lnTo>
                  <a:lnTo>
                    <a:pt x="8461717" y="2688148"/>
                  </a:lnTo>
                  <a:lnTo>
                    <a:pt x="8496787" y="2663369"/>
                  </a:lnTo>
                  <a:lnTo>
                    <a:pt x="8527065" y="2633092"/>
                  </a:lnTo>
                  <a:lnTo>
                    <a:pt x="8551844" y="2598023"/>
                  </a:lnTo>
                  <a:lnTo>
                    <a:pt x="8570418" y="2558868"/>
                  </a:lnTo>
                  <a:lnTo>
                    <a:pt x="8582081" y="2516334"/>
                  </a:lnTo>
                  <a:lnTo>
                    <a:pt x="8586126" y="2471128"/>
                  </a:lnTo>
                  <a:lnTo>
                    <a:pt x="8586126" y="251301"/>
                  </a:lnTo>
                  <a:lnTo>
                    <a:pt x="8582081" y="206095"/>
                  </a:lnTo>
                  <a:lnTo>
                    <a:pt x="8570418" y="163561"/>
                  </a:lnTo>
                  <a:lnTo>
                    <a:pt x="8551844" y="124407"/>
                  </a:lnTo>
                  <a:lnTo>
                    <a:pt x="8527065" y="89337"/>
                  </a:lnTo>
                  <a:lnTo>
                    <a:pt x="8496787" y="59060"/>
                  </a:lnTo>
                  <a:lnTo>
                    <a:pt x="8461717" y="34281"/>
                  </a:lnTo>
                  <a:lnTo>
                    <a:pt x="8422563" y="15707"/>
                  </a:lnTo>
                  <a:lnTo>
                    <a:pt x="8380030" y="4044"/>
                  </a:lnTo>
                  <a:lnTo>
                    <a:pt x="83348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617477" y="6806075"/>
              <a:ext cx="8083550" cy="104775"/>
            </a:xfrm>
            <a:custGeom>
              <a:avLst/>
              <a:gdLst/>
              <a:ahLst/>
              <a:cxnLst/>
              <a:rect l="l" t="t" r="r" b="b"/>
              <a:pathLst>
                <a:path w="8083550" h="104775">
                  <a:moveTo>
                    <a:pt x="8031169" y="0"/>
                  </a:moveTo>
                  <a:lnTo>
                    <a:pt x="52354" y="0"/>
                  </a:lnTo>
                  <a:lnTo>
                    <a:pt x="31964" y="4110"/>
                  </a:lnTo>
                  <a:lnTo>
                    <a:pt x="15324" y="15324"/>
                  </a:lnTo>
                  <a:lnTo>
                    <a:pt x="4110" y="31964"/>
                  </a:lnTo>
                  <a:lnTo>
                    <a:pt x="0" y="52354"/>
                  </a:lnTo>
                  <a:lnTo>
                    <a:pt x="4110" y="72744"/>
                  </a:lnTo>
                  <a:lnTo>
                    <a:pt x="15324" y="89384"/>
                  </a:lnTo>
                  <a:lnTo>
                    <a:pt x="31964" y="100598"/>
                  </a:lnTo>
                  <a:lnTo>
                    <a:pt x="52354" y="104708"/>
                  </a:lnTo>
                  <a:lnTo>
                    <a:pt x="8031169" y="104708"/>
                  </a:lnTo>
                  <a:lnTo>
                    <a:pt x="8051559" y="100598"/>
                  </a:lnTo>
                  <a:lnTo>
                    <a:pt x="8068199" y="89384"/>
                  </a:lnTo>
                  <a:lnTo>
                    <a:pt x="8079413" y="72744"/>
                  </a:lnTo>
                  <a:lnTo>
                    <a:pt x="8083523" y="52354"/>
                  </a:lnTo>
                  <a:lnTo>
                    <a:pt x="8079413" y="31964"/>
                  </a:lnTo>
                  <a:lnTo>
                    <a:pt x="8068199" y="15324"/>
                  </a:lnTo>
                  <a:lnTo>
                    <a:pt x="8051559" y="4110"/>
                  </a:lnTo>
                  <a:lnTo>
                    <a:pt x="8031169" y="0"/>
                  </a:lnTo>
                  <a:close/>
                </a:path>
              </a:pathLst>
            </a:custGeom>
            <a:solidFill>
              <a:srgbClr val="315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696786" y="6332938"/>
            <a:ext cx="7361555" cy="137403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200" b="1" spc="275" dirty="0">
                <a:solidFill>
                  <a:srgbClr val="0F1828"/>
                </a:solidFill>
                <a:latin typeface="Trebuchet MS"/>
                <a:cs typeface="Trebuchet MS"/>
              </a:rPr>
              <a:t>Низкая</a:t>
            </a:r>
            <a:r>
              <a:rPr sz="2200" b="1" spc="110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2200" b="1" spc="229" dirty="0">
                <a:solidFill>
                  <a:srgbClr val="0F1828"/>
                </a:solidFill>
                <a:latin typeface="Trebuchet MS"/>
                <a:cs typeface="Trebuchet MS"/>
              </a:rPr>
              <a:t>мотивация</a:t>
            </a:r>
            <a:endParaRPr sz="2200" dirty="0">
              <a:latin typeface="Trebuchet MS"/>
              <a:cs typeface="Trebuchet MS"/>
            </a:endParaRPr>
          </a:p>
          <a:p>
            <a:pPr marL="12700" marR="5080">
              <a:lnSpc>
                <a:spcPct val="118300"/>
              </a:lnSpc>
              <a:spcBef>
                <a:spcPts val="830"/>
              </a:spcBef>
            </a:pPr>
            <a:r>
              <a:rPr sz="1800" spc="165" dirty="0">
                <a:solidFill>
                  <a:srgbClr val="667085"/>
                </a:solidFill>
                <a:latin typeface="Trebuchet MS"/>
                <a:cs typeface="Trebuchet MS"/>
              </a:rPr>
              <a:t>Монотонная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5" dirty="0">
                <a:solidFill>
                  <a:srgbClr val="667085"/>
                </a:solidFill>
                <a:latin typeface="Trebuchet MS"/>
                <a:cs typeface="Trebuchet MS"/>
              </a:rPr>
              <a:t>работа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90" dirty="0">
                <a:solidFill>
                  <a:srgbClr val="667085"/>
                </a:solidFill>
                <a:latin typeface="Trebuchet MS"/>
                <a:cs typeface="Trebuchet MS"/>
              </a:rPr>
              <a:t>с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70" dirty="0">
                <a:solidFill>
                  <a:srgbClr val="667085"/>
                </a:solidFill>
                <a:latin typeface="Trebuchet MS"/>
                <a:cs typeface="Trebuchet MS"/>
              </a:rPr>
              <a:t>документами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75" dirty="0" err="1">
                <a:solidFill>
                  <a:srgbClr val="667085"/>
                </a:solidFill>
                <a:latin typeface="Trebuchet MS"/>
                <a:cs typeface="Trebuchet MS"/>
              </a:rPr>
              <a:t>снижает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endParaRPr lang="en-US" sz="1800" spc="50" dirty="0">
              <a:solidFill>
                <a:srgbClr val="667085"/>
              </a:solidFill>
              <a:latin typeface="Trebuchet MS"/>
              <a:cs typeface="Trebuchet MS"/>
            </a:endParaRPr>
          </a:p>
          <a:p>
            <a:pPr marL="12700" marR="5080">
              <a:lnSpc>
                <a:spcPct val="118300"/>
              </a:lnSpc>
              <a:spcBef>
                <a:spcPts val="830"/>
              </a:spcBef>
            </a:pPr>
            <a:r>
              <a:rPr sz="1800" spc="130" dirty="0" err="1">
                <a:solidFill>
                  <a:srgbClr val="667085"/>
                </a:solidFill>
                <a:latin typeface="Trebuchet MS"/>
                <a:cs typeface="Trebuchet MS"/>
              </a:rPr>
              <a:t>вовлеченность</a:t>
            </a:r>
            <a:r>
              <a:rPr sz="1800" spc="13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25" dirty="0">
                <a:solidFill>
                  <a:srgbClr val="667085"/>
                </a:solidFill>
                <a:latin typeface="Trebuchet MS"/>
                <a:cs typeface="Trebuchet MS"/>
              </a:rPr>
              <a:t>сотрудников.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200" dirty="0"/>
              <a:t>DOCHELPER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9079578" y="10366253"/>
            <a:ext cx="252095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120" dirty="0">
                <a:solidFill>
                  <a:srgbClr val="667085"/>
                </a:solidFill>
                <a:latin typeface="Trebuchet MS"/>
                <a:cs typeface="Trebuchet MS"/>
              </a:rPr>
              <a:t>02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53809" y="9527135"/>
            <a:ext cx="1712468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b="1" spc="240" dirty="0">
                <a:solidFill>
                  <a:srgbClr val="0F1828"/>
                </a:solidFill>
                <a:latin typeface="Trebuchet MS"/>
                <a:cs typeface="Trebuchet MS"/>
              </a:rPr>
              <a:t>Автоматизация</a:t>
            </a:r>
            <a:r>
              <a:rPr sz="2400" b="1" spc="130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2400" b="1" spc="250" dirty="0">
                <a:solidFill>
                  <a:srgbClr val="0F1828"/>
                </a:solidFill>
                <a:latin typeface="Trebuchet MS"/>
                <a:cs typeface="Trebuchet MS"/>
              </a:rPr>
              <a:t>рутинных</a:t>
            </a:r>
            <a:r>
              <a:rPr sz="2400" b="1" spc="130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2400" b="1" spc="240" dirty="0">
                <a:solidFill>
                  <a:srgbClr val="0F1828"/>
                </a:solidFill>
                <a:latin typeface="Trebuchet MS"/>
                <a:cs typeface="Trebuchet MS"/>
              </a:rPr>
              <a:t>процессов</a:t>
            </a:r>
            <a:r>
              <a:rPr sz="2400" b="1" spc="130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2400" b="1" spc="235" dirty="0">
                <a:solidFill>
                  <a:srgbClr val="0F1828"/>
                </a:solidFill>
                <a:latin typeface="Trebuchet MS"/>
                <a:cs typeface="Trebuchet MS"/>
              </a:rPr>
              <a:t>позволяет</a:t>
            </a:r>
            <a:r>
              <a:rPr sz="2400" b="1" spc="135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2400" b="1" spc="245" dirty="0">
                <a:solidFill>
                  <a:srgbClr val="0F1828"/>
                </a:solidFill>
                <a:latin typeface="Trebuchet MS"/>
                <a:cs typeface="Trebuchet MS"/>
              </a:rPr>
              <a:t>сократить</a:t>
            </a:r>
            <a:r>
              <a:rPr sz="2400" b="1" spc="130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2400" b="1" spc="300" dirty="0">
                <a:solidFill>
                  <a:srgbClr val="0F1828"/>
                </a:solidFill>
                <a:latin typeface="Trebuchet MS"/>
                <a:cs typeface="Trebuchet MS"/>
              </a:rPr>
              <a:t>издержки</a:t>
            </a:r>
            <a:r>
              <a:rPr sz="2400" b="1" spc="130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2400" b="1" spc="229" dirty="0">
                <a:solidFill>
                  <a:srgbClr val="0F1828"/>
                </a:solidFill>
                <a:latin typeface="Trebuchet MS"/>
                <a:cs typeface="Trebuchet MS"/>
              </a:rPr>
              <a:t>и</a:t>
            </a:r>
            <a:r>
              <a:rPr sz="2400" b="1" spc="130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2400" b="1" spc="229" dirty="0">
                <a:solidFill>
                  <a:srgbClr val="0F1828"/>
                </a:solidFill>
                <a:latin typeface="Trebuchet MS"/>
                <a:cs typeface="Trebuchet MS"/>
              </a:rPr>
              <a:t>повысить</a:t>
            </a:r>
            <a:r>
              <a:rPr sz="2400" b="1" spc="135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2400" b="1" spc="220" dirty="0">
                <a:solidFill>
                  <a:srgbClr val="0F1828"/>
                </a:solidFill>
                <a:latin typeface="Trebuchet MS"/>
                <a:cs typeface="Trebuchet MS"/>
              </a:rPr>
              <a:t>эффективность.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9679" y="741203"/>
            <a:ext cx="1560830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175" dirty="0">
                <a:solidFill>
                  <a:srgbClr val="315DFB"/>
                </a:solidFill>
                <a:latin typeface="Trebuchet MS"/>
                <a:cs typeface="Trebuchet MS"/>
              </a:rPr>
              <a:t>02</a:t>
            </a:r>
            <a:r>
              <a:rPr sz="1450" b="1" spc="65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1450" b="1" dirty="0">
                <a:solidFill>
                  <a:srgbClr val="315DFB"/>
                </a:solidFill>
                <a:latin typeface="Trebuchet MS"/>
                <a:cs typeface="Trebuchet MS"/>
              </a:rPr>
              <a:t>/</a:t>
            </a:r>
            <a:r>
              <a:rPr sz="1450" b="1" spc="65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1450" b="1" spc="225" dirty="0">
                <a:solidFill>
                  <a:srgbClr val="315DFB"/>
                </a:solidFill>
                <a:latin typeface="Trebuchet MS"/>
                <a:cs typeface="Trebuchet MS"/>
              </a:rPr>
              <a:t>РЕШЕНИЕ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25" dirty="0"/>
              <a:t>Идея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9679" y="2967314"/>
            <a:ext cx="16569055" cy="1862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95"/>
              </a:spcBef>
            </a:pPr>
            <a:r>
              <a:rPr sz="2300" spc="150" dirty="0">
                <a:solidFill>
                  <a:srgbClr val="1C2838"/>
                </a:solidFill>
                <a:latin typeface="Trebuchet MS"/>
                <a:cs typeface="Trebuchet MS"/>
              </a:rPr>
              <a:t>DocHelper</a:t>
            </a:r>
            <a:r>
              <a:rPr sz="23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605" dirty="0">
                <a:solidFill>
                  <a:srgbClr val="1C2838"/>
                </a:solidFill>
                <a:latin typeface="Trebuchet MS"/>
                <a:cs typeface="Trebuchet MS"/>
              </a:rPr>
              <a:t>—</a:t>
            </a:r>
            <a:r>
              <a:rPr sz="23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190" dirty="0">
                <a:solidFill>
                  <a:srgbClr val="1C2838"/>
                </a:solidFill>
                <a:latin typeface="Trebuchet MS"/>
                <a:cs typeface="Trebuchet MS"/>
              </a:rPr>
              <a:t>это</a:t>
            </a:r>
            <a:r>
              <a:rPr sz="2300" spc="65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145" dirty="0">
                <a:solidFill>
                  <a:srgbClr val="1C2838"/>
                </a:solidFill>
                <a:latin typeface="Trebuchet MS"/>
                <a:cs typeface="Trebuchet MS"/>
              </a:rPr>
              <a:t>веб-</a:t>
            </a:r>
            <a:r>
              <a:rPr sz="2300" spc="165" dirty="0">
                <a:solidFill>
                  <a:srgbClr val="1C2838"/>
                </a:solidFill>
                <a:latin typeface="Trebuchet MS"/>
                <a:cs typeface="Trebuchet MS"/>
              </a:rPr>
              <a:t>приложение,</a:t>
            </a:r>
            <a:r>
              <a:rPr sz="23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190" dirty="0">
                <a:solidFill>
                  <a:srgbClr val="1C2838"/>
                </a:solidFill>
                <a:latin typeface="Trebuchet MS"/>
                <a:cs typeface="Trebuchet MS"/>
              </a:rPr>
              <a:t>разработанное</a:t>
            </a:r>
            <a:r>
              <a:rPr sz="2300" spc="65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200" dirty="0">
                <a:solidFill>
                  <a:srgbClr val="1C2838"/>
                </a:solidFill>
                <a:latin typeface="Trebuchet MS"/>
                <a:cs typeface="Trebuchet MS"/>
              </a:rPr>
              <a:t>для</a:t>
            </a:r>
            <a:r>
              <a:rPr sz="23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195" dirty="0">
                <a:solidFill>
                  <a:srgbClr val="1C2838"/>
                </a:solidFill>
                <a:latin typeface="Trebuchet MS"/>
                <a:cs typeface="Trebuchet MS"/>
              </a:rPr>
              <a:t>значительной</a:t>
            </a:r>
            <a:r>
              <a:rPr sz="2300" spc="65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215" dirty="0">
                <a:solidFill>
                  <a:srgbClr val="1C2838"/>
                </a:solidFill>
                <a:latin typeface="Trebuchet MS"/>
                <a:cs typeface="Trebuchet MS"/>
              </a:rPr>
              <a:t>автоматизации</a:t>
            </a:r>
            <a:r>
              <a:rPr sz="23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195" dirty="0">
                <a:solidFill>
                  <a:srgbClr val="1C2838"/>
                </a:solidFill>
                <a:latin typeface="Trebuchet MS"/>
                <a:cs typeface="Trebuchet MS"/>
              </a:rPr>
              <a:t>процесса</a:t>
            </a:r>
            <a:r>
              <a:rPr sz="23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190" dirty="0">
                <a:solidFill>
                  <a:srgbClr val="1C2838"/>
                </a:solidFill>
                <a:latin typeface="Trebuchet MS"/>
                <a:cs typeface="Trebuchet MS"/>
              </a:rPr>
              <a:t>подготовки </a:t>
            </a:r>
            <a:r>
              <a:rPr sz="2300" spc="210" dirty="0">
                <a:solidFill>
                  <a:srgbClr val="1C2838"/>
                </a:solidFill>
                <a:latin typeface="Trebuchet MS"/>
                <a:cs typeface="Trebuchet MS"/>
              </a:rPr>
              <a:t>служебных</a:t>
            </a:r>
            <a:r>
              <a:rPr sz="23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180" dirty="0">
                <a:solidFill>
                  <a:srgbClr val="1C2838"/>
                </a:solidFill>
                <a:latin typeface="Trebuchet MS"/>
                <a:cs typeface="Trebuchet MS"/>
              </a:rPr>
              <a:t>документов:</a:t>
            </a:r>
            <a:r>
              <a:rPr sz="23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145" dirty="0">
                <a:solidFill>
                  <a:srgbClr val="1C2838"/>
                </a:solidFill>
                <a:latin typeface="Trebuchet MS"/>
                <a:cs typeface="Trebuchet MS"/>
              </a:rPr>
              <a:t>записок,</a:t>
            </a:r>
            <a:r>
              <a:rPr sz="23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185" dirty="0">
                <a:solidFill>
                  <a:srgbClr val="1C2838"/>
                </a:solidFill>
                <a:latin typeface="Trebuchet MS"/>
                <a:cs typeface="Trebuchet MS"/>
              </a:rPr>
              <a:t>докладных,</a:t>
            </a:r>
            <a:r>
              <a:rPr sz="23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190" dirty="0">
                <a:solidFill>
                  <a:srgbClr val="1C2838"/>
                </a:solidFill>
                <a:latin typeface="Trebuchet MS"/>
                <a:cs typeface="Trebuchet MS"/>
              </a:rPr>
              <a:t>справок</a:t>
            </a:r>
            <a:r>
              <a:rPr sz="23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180" dirty="0">
                <a:solidFill>
                  <a:srgbClr val="1C2838"/>
                </a:solidFill>
                <a:latin typeface="Trebuchet MS"/>
                <a:cs typeface="Trebuchet MS"/>
              </a:rPr>
              <a:t>и</a:t>
            </a:r>
            <a:r>
              <a:rPr sz="23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195" dirty="0">
                <a:solidFill>
                  <a:srgbClr val="1C2838"/>
                </a:solidFill>
                <a:latin typeface="Trebuchet MS"/>
                <a:cs typeface="Trebuchet MS"/>
              </a:rPr>
              <a:t>официальных</a:t>
            </a:r>
            <a:r>
              <a:rPr sz="2300" spc="65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110" dirty="0">
                <a:solidFill>
                  <a:srgbClr val="1C2838"/>
                </a:solidFill>
                <a:latin typeface="Trebuchet MS"/>
                <a:cs typeface="Trebuchet MS"/>
              </a:rPr>
              <a:t>писем.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50" spc="229" dirty="0">
                <a:solidFill>
                  <a:srgbClr val="667085"/>
                </a:solidFill>
                <a:latin typeface="Trebuchet MS"/>
                <a:cs typeface="Trebuchet MS"/>
              </a:rPr>
              <a:t>Мы</a:t>
            </a:r>
            <a:r>
              <a:rPr sz="205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2050" spc="165" dirty="0">
                <a:solidFill>
                  <a:srgbClr val="667085"/>
                </a:solidFill>
                <a:latin typeface="Trebuchet MS"/>
                <a:cs typeface="Trebuchet MS"/>
              </a:rPr>
              <a:t>используем</a:t>
            </a:r>
            <a:r>
              <a:rPr sz="2050" spc="6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2050" spc="170" dirty="0">
                <a:solidFill>
                  <a:srgbClr val="667085"/>
                </a:solidFill>
                <a:latin typeface="Trebuchet MS"/>
                <a:cs typeface="Trebuchet MS"/>
              </a:rPr>
              <a:t>технологии</a:t>
            </a:r>
            <a:r>
              <a:rPr sz="205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2050" spc="155" dirty="0">
                <a:solidFill>
                  <a:srgbClr val="667085"/>
                </a:solidFill>
                <a:latin typeface="Trebuchet MS"/>
                <a:cs typeface="Trebuchet MS"/>
              </a:rPr>
              <a:t>искусственного</a:t>
            </a:r>
            <a:r>
              <a:rPr sz="2050" spc="6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2050" spc="180" dirty="0">
                <a:solidFill>
                  <a:srgbClr val="667085"/>
                </a:solidFill>
                <a:latin typeface="Trebuchet MS"/>
                <a:cs typeface="Trebuchet MS"/>
              </a:rPr>
              <a:t>интеллекта</a:t>
            </a:r>
            <a:r>
              <a:rPr sz="205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2050" spc="160" dirty="0">
                <a:solidFill>
                  <a:srgbClr val="667085"/>
                </a:solidFill>
                <a:latin typeface="Trebuchet MS"/>
                <a:cs typeface="Trebuchet MS"/>
              </a:rPr>
              <a:t>и</a:t>
            </a:r>
            <a:r>
              <a:rPr sz="2050" spc="6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2050" spc="160" dirty="0">
                <a:solidFill>
                  <a:srgbClr val="667085"/>
                </a:solidFill>
                <a:latin typeface="Trebuchet MS"/>
                <a:cs typeface="Trebuchet MS"/>
              </a:rPr>
              <a:t>гибкие</a:t>
            </a:r>
            <a:r>
              <a:rPr sz="205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2050" spc="160" dirty="0">
                <a:solidFill>
                  <a:srgbClr val="667085"/>
                </a:solidFill>
                <a:latin typeface="Trebuchet MS"/>
                <a:cs typeface="Trebuchet MS"/>
              </a:rPr>
              <a:t>шаблоны,</a:t>
            </a:r>
            <a:r>
              <a:rPr sz="2050" spc="6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2050" spc="180" dirty="0">
                <a:solidFill>
                  <a:srgbClr val="667085"/>
                </a:solidFill>
                <a:latin typeface="Trebuchet MS"/>
                <a:cs typeface="Trebuchet MS"/>
              </a:rPr>
              <a:t>чтобы</a:t>
            </a:r>
            <a:r>
              <a:rPr sz="205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2050" spc="185" dirty="0">
                <a:solidFill>
                  <a:srgbClr val="667085"/>
                </a:solidFill>
                <a:latin typeface="Trebuchet MS"/>
                <a:cs typeface="Trebuchet MS"/>
              </a:rPr>
              <a:t>упростить</a:t>
            </a:r>
            <a:r>
              <a:rPr sz="2050" spc="6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2050" spc="220" dirty="0">
                <a:solidFill>
                  <a:srgbClr val="667085"/>
                </a:solidFill>
                <a:latin typeface="Trebuchet MS"/>
                <a:cs typeface="Trebuchet MS"/>
              </a:rPr>
              <a:t>вашу</a:t>
            </a:r>
            <a:r>
              <a:rPr sz="205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2050" spc="140" dirty="0">
                <a:solidFill>
                  <a:srgbClr val="667085"/>
                </a:solidFill>
                <a:latin typeface="Trebuchet MS"/>
                <a:cs typeface="Trebuchet MS"/>
              </a:rPr>
              <a:t>работу.</a:t>
            </a:r>
            <a:endParaRPr sz="205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42379" y="5758986"/>
            <a:ext cx="5445125" cy="2618105"/>
            <a:chOff x="942379" y="5758986"/>
            <a:chExt cx="5445125" cy="2618105"/>
          </a:xfrm>
        </p:grpSpPr>
        <p:sp>
          <p:nvSpPr>
            <p:cNvPr id="6" name="object 6"/>
            <p:cNvSpPr/>
            <p:nvPr/>
          </p:nvSpPr>
          <p:spPr>
            <a:xfrm>
              <a:off x="942379" y="5758986"/>
              <a:ext cx="5445125" cy="2618105"/>
            </a:xfrm>
            <a:custGeom>
              <a:avLst/>
              <a:gdLst/>
              <a:ahLst/>
              <a:cxnLst/>
              <a:rect l="l" t="t" r="r" b="b"/>
              <a:pathLst>
                <a:path w="5445125" h="2618104">
                  <a:moveTo>
                    <a:pt x="5151675" y="0"/>
                  </a:moveTo>
                  <a:lnTo>
                    <a:pt x="293184" y="0"/>
                  </a:lnTo>
                  <a:lnTo>
                    <a:pt x="245591" y="3833"/>
                  </a:lnTo>
                  <a:lnTo>
                    <a:pt x="200457" y="14932"/>
                  </a:lnTo>
                  <a:lnTo>
                    <a:pt x="158382" y="32696"/>
                  </a:lnTo>
                  <a:lnTo>
                    <a:pt x="119968" y="56524"/>
                  </a:lnTo>
                  <a:lnTo>
                    <a:pt x="85815" y="85815"/>
                  </a:lnTo>
                  <a:lnTo>
                    <a:pt x="56524" y="119968"/>
                  </a:lnTo>
                  <a:lnTo>
                    <a:pt x="32696" y="158382"/>
                  </a:lnTo>
                  <a:lnTo>
                    <a:pt x="14932" y="200457"/>
                  </a:lnTo>
                  <a:lnTo>
                    <a:pt x="3833" y="245591"/>
                  </a:lnTo>
                  <a:lnTo>
                    <a:pt x="0" y="293184"/>
                  </a:lnTo>
                  <a:lnTo>
                    <a:pt x="0" y="2324536"/>
                  </a:lnTo>
                  <a:lnTo>
                    <a:pt x="3833" y="2372129"/>
                  </a:lnTo>
                  <a:lnTo>
                    <a:pt x="14932" y="2417263"/>
                  </a:lnTo>
                  <a:lnTo>
                    <a:pt x="32696" y="2459338"/>
                  </a:lnTo>
                  <a:lnTo>
                    <a:pt x="56524" y="2497752"/>
                  </a:lnTo>
                  <a:lnTo>
                    <a:pt x="85815" y="2531906"/>
                  </a:lnTo>
                  <a:lnTo>
                    <a:pt x="119968" y="2561197"/>
                  </a:lnTo>
                  <a:lnTo>
                    <a:pt x="158382" y="2585025"/>
                  </a:lnTo>
                  <a:lnTo>
                    <a:pt x="200457" y="2602789"/>
                  </a:lnTo>
                  <a:lnTo>
                    <a:pt x="245591" y="2613888"/>
                  </a:lnTo>
                  <a:lnTo>
                    <a:pt x="293184" y="2617721"/>
                  </a:lnTo>
                  <a:lnTo>
                    <a:pt x="5151675" y="2617721"/>
                  </a:lnTo>
                  <a:lnTo>
                    <a:pt x="5199268" y="2613888"/>
                  </a:lnTo>
                  <a:lnTo>
                    <a:pt x="5244402" y="2602789"/>
                  </a:lnTo>
                  <a:lnTo>
                    <a:pt x="5286477" y="2585025"/>
                  </a:lnTo>
                  <a:lnTo>
                    <a:pt x="5324891" y="2561197"/>
                  </a:lnTo>
                  <a:lnTo>
                    <a:pt x="5359045" y="2531906"/>
                  </a:lnTo>
                  <a:lnTo>
                    <a:pt x="5388336" y="2497752"/>
                  </a:lnTo>
                  <a:lnTo>
                    <a:pt x="5412164" y="2459338"/>
                  </a:lnTo>
                  <a:lnTo>
                    <a:pt x="5429928" y="2417263"/>
                  </a:lnTo>
                  <a:lnTo>
                    <a:pt x="5441027" y="2372129"/>
                  </a:lnTo>
                  <a:lnTo>
                    <a:pt x="5444860" y="2324536"/>
                  </a:lnTo>
                  <a:lnTo>
                    <a:pt x="5444860" y="293184"/>
                  </a:lnTo>
                  <a:lnTo>
                    <a:pt x="5441027" y="245591"/>
                  </a:lnTo>
                  <a:lnTo>
                    <a:pt x="5429928" y="200457"/>
                  </a:lnTo>
                  <a:lnTo>
                    <a:pt x="5412164" y="158382"/>
                  </a:lnTo>
                  <a:lnTo>
                    <a:pt x="5388336" y="119968"/>
                  </a:lnTo>
                  <a:lnTo>
                    <a:pt x="5359045" y="85815"/>
                  </a:lnTo>
                  <a:lnTo>
                    <a:pt x="5324891" y="56524"/>
                  </a:lnTo>
                  <a:lnTo>
                    <a:pt x="5286477" y="32696"/>
                  </a:lnTo>
                  <a:lnTo>
                    <a:pt x="5244402" y="14932"/>
                  </a:lnTo>
                  <a:lnTo>
                    <a:pt x="5199268" y="3833"/>
                  </a:lnTo>
                  <a:lnTo>
                    <a:pt x="5151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04151" y="6073113"/>
              <a:ext cx="628650" cy="628650"/>
            </a:xfrm>
            <a:custGeom>
              <a:avLst/>
              <a:gdLst/>
              <a:ahLst/>
              <a:cxnLst/>
              <a:rect l="l" t="t" r="r" b="b"/>
              <a:pathLst>
                <a:path w="628650" h="628650">
                  <a:moveTo>
                    <a:pt x="314126" y="0"/>
                  </a:moveTo>
                  <a:lnTo>
                    <a:pt x="267707" y="3405"/>
                  </a:lnTo>
                  <a:lnTo>
                    <a:pt x="223402" y="13299"/>
                  </a:lnTo>
                  <a:lnTo>
                    <a:pt x="181698" y="29195"/>
                  </a:lnTo>
                  <a:lnTo>
                    <a:pt x="143081" y="50607"/>
                  </a:lnTo>
                  <a:lnTo>
                    <a:pt x="108036" y="77050"/>
                  </a:lnTo>
                  <a:lnTo>
                    <a:pt x="77050" y="108036"/>
                  </a:lnTo>
                  <a:lnTo>
                    <a:pt x="50607" y="143081"/>
                  </a:lnTo>
                  <a:lnTo>
                    <a:pt x="29195" y="181698"/>
                  </a:lnTo>
                  <a:lnTo>
                    <a:pt x="13299" y="223402"/>
                  </a:lnTo>
                  <a:lnTo>
                    <a:pt x="3405" y="267707"/>
                  </a:lnTo>
                  <a:lnTo>
                    <a:pt x="0" y="314126"/>
                  </a:lnTo>
                  <a:lnTo>
                    <a:pt x="3405" y="360545"/>
                  </a:lnTo>
                  <a:lnTo>
                    <a:pt x="13299" y="404850"/>
                  </a:lnTo>
                  <a:lnTo>
                    <a:pt x="29195" y="446554"/>
                  </a:lnTo>
                  <a:lnTo>
                    <a:pt x="50607" y="485171"/>
                  </a:lnTo>
                  <a:lnTo>
                    <a:pt x="77050" y="520216"/>
                  </a:lnTo>
                  <a:lnTo>
                    <a:pt x="108036" y="551203"/>
                  </a:lnTo>
                  <a:lnTo>
                    <a:pt x="143081" y="577645"/>
                  </a:lnTo>
                  <a:lnTo>
                    <a:pt x="181698" y="599057"/>
                  </a:lnTo>
                  <a:lnTo>
                    <a:pt x="223402" y="614953"/>
                  </a:lnTo>
                  <a:lnTo>
                    <a:pt x="267707" y="624847"/>
                  </a:lnTo>
                  <a:lnTo>
                    <a:pt x="314126" y="628253"/>
                  </a:lnTo>
                  <a:lnTo>
                    <a:pt x="360545" y="624847"/>
                  </a:lnTo>
                  <a:lnTo>
                    <a:pt x="404850" y="614953"/>
                  </a:lnTo>
                  <a:lnTo>
                    <a:pt x="446554" y="599057"/>
                  </a:lnTo>
                  <a:lnTo>
                    <a:pt x="485171" y="577645"/>
                  </a:lnTo>
                  <a:lnTo>
                    <a:pt x="520216" y="551203"/>
                  </a:lnTo>
                  <a:lnTo>
                    <a:pt x="551203" y="520216"/>
                  </a:lnTo>
                  <a:lnTo>
                    <a:pt x="577645" y="485171"/>
                  </a:lnTo>
                  <a:lnTo>
                    <a:pt x="599057" y="446554"/>
                  </a:lnTo>
                  <a:lnTo>
                    <a:pt x="614953" y="404850"/>
                  </a:lnTo>
                  <a:lnTo>
                    <a:pt x="624847" y="360545"/>
                  </a:lnTo>
                  <a:lnTo>
                    <a:pt x="628253" y="314126"/>
                  </a:lnTo>
                  <a:lnTo>
                    <a:pt x="624847" y="267707"/>
                  </a:lnTo>
                  <a:lnTo>
                    <a:pt x="614953" y="223402"/>
                  </a:lnTo>
                  <a:lnTo>
                    <a:pt x="599057" y="181698"/>
                  </a:lnTo>
                  <a:lnTo>
                    <a:pt x="577645" y="143081"/>
                  </a:lnTo>
                  <a:lnTo>
                    <a:pt x="551203" y="108036"/>
                  </a:lnTo>
                  <a:lnTo>
                    <a:pt x="520216" y="77050"/>
                  </a:lnTo>
                  <a:lnTo>
                    <a:pt x="485171" y="50607"/>
                  </a:lnTo>
                  <a:lnTo>
                    <a:pt x="446554" y="29195"/>
                  </a:lnTo>
                  <a:lnTo>
                    <a:pt x="404850" y="13299"/>
                  </a:lnTo>
                  <a:lnTo>
                    <a:pt x="360545" y="3405"/>
                  </a:lnTo>
                  <a:lnTo>
                    <a:pt x="314126" y="0"/>
                  </a:lnTo>
                  <a:close/>
                </a:path>
              </a:pathLst>
            </a:custGeom>
            <a:solidFill>
              <a:srgbClr val="315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25436" y="6227947"/>
            <a:ext cx="186055" cy="302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16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9122" y="6169310"/>
            <a:ext cx="3715385" cy="675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300"/>
              </a:lnSpc>
              <a:spcBef>
                <a:spcPts val="95"/>
              </a:spcBef>
            </a:pPr>
            <a:r>
              <a:rPr sz="1800" b="1" spc="300" dirty="0">
                <a:solidFill>
                  <a:srgbClr val="0F1828"/>
                </a:solidFill>
                <a:latin typeface="Trebuchet MS"/>
                <a:cs typeface="Trebuchet MS"/>
              </a:rPr>
              <a:t>Вы</a:t>
            </a:r>
            <a:r>
              <a:rPr sz="1800" b="1" spc="95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1800" b="1" spc="200" dirty="0">
                <a:solidFill>
                  <a:srgbClr val="0F1828"/>
                </a:solidFill>
                <a:latin typeface="Trebuchet MS"/>
                <a:cs typeface="Trebuchet MS"/>
              </a:rPr>
              <a:t>вводите</a:t>
            </a:r>
            <a:r>
              <a:rPr sz="1800" b="1" spc="100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1800" b="1" spc="195" dirty="0">
                <a:solidFill>
                  <a:srgbClr val="0F1828"/>
                </a:solidFill>
                <a:latin typeface="Trebuchet MS"/>
                <a:cs typeface="Trebuchet MS"/>
              </a:rPr>
              <a:t>черновой</a:t>
            </a:r>
            <a:r>
              <a:rPr sz="1800" b="1" spc="95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1800" b="1" spc="165" dirty="0">
                <a:solidFill>
                  <a:srgbClr val="0F1828"/>
                </a:solidFill>
                <a:latin typeface="Trebuchet MS"/>
                <a:cs typeface="Trebuchet MS"/>
              </a:rPr>
              <a:t>текст </a:t>
            </a:r>
            <a:r>
              <a:rPr sz="1800" b="1" spc="190" dirty="0">
                <a:solidFill>
                  <a:srgbClr val="0F1828"/>
                </a:solidFill>
                <a:latin typeface="Trebuchet MS"/>
                <a:cs typeface="Trebuchet MS"/>
              </a:rPr>
              <a:t>документа.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120201" y="5758986"/>
            <a:ext cx="5445125" cy="2618105"/>
            <a:chOff x="7120201" y="5758986"/>
            <a:chExt cx="5445125" cy="2618105"/>
          </a:xfrm>
        </p:grpSpPr>
        <p:sp>
          <p:nvSpPr>
            <p:cNvPr id="11" name="object 11"/>
            <p:cNvSpPr/>
            <p:nvPr/>
          </p:nvSpPr>
          <p:spPr>
            <a:xfrm>
              <a:off x="7120201" y="5758986"/>
              <a:ext cx="5445125" cy="2618105"/>
            </a:xfrm>
            <a:custGeom>
              <a:avLst/>
              <a:gdLst/>
              <a:ahLst/>
              <a:cxnLst/>
              <a:rect l="l" t="t" r="r" b="b"/>
              <a:pathLst>
                <a:path w="5445125" h="2618104">
                  <a:moveTo>
                    <a:pt x="5151675" y="0"/>
                  </a:moveTo>
                  <a:lnTo>
                    <a:pt x="293184" y="0"/>
                  </a:lnTo>
                  <a:lnTo>
                    <a:pt x="245591" y="3833"/>
                  </a:lnTo>
                  <a:lnTo>
                    <a:pt x="200457" y="14932"/>
                  </a:lnTo>
                  <a:lnTo>
                    <a:pt x="158382" y="32696"/>
                  </a:lnTo>
                  <a:lnTo>
                    <a:pt x="119968" y="56524"/>
                  </a:lnTo>
                  <a:lnTo>
                    <a:pt x="85815" y="85815"/>
                  </a:lnTo>
                  <a:lnTo>
                    <a:pt x="56524" y="119968"/>
                  </a:lnTo>
                  <a:lnTo>
                    <a:pt x="32696" y="158382"/>
                  </a:lnTo>
                  <a:lnTo>
                    <a:pt x="14932" y="200457"/>
                  </a:lnTo>
                  <a:lnTo>
                    <a:pt x="3833" y="245591"/>
                  </a:lnTo>
                  <a:lnTo>
                    <a:pt x="0" y="293184"/>
                  </a:lnTo>
                  <a:lnTo>
                    <a:pt x="0" y="2324536"/>
                  </a:lnTo>
                  <a:lnTo>
                    <a:pt x="3833" y="2372129"/>
                  </a:lnTo>
                  <a:lnTo>
                    <a:pt x="14932" y="2417263"/>
                  </a:lnTo>
                  <a:lnTo>
                    <a:pt x="32696" y="2459338"/>
                  </a:lnTo>
                  <a:lnTo>
                    <a:pt x="56524" y="2497752"/>
                  </a:lnTo>
                  <a:lnTo>
                    <a:pt x="85815" y="2531906"/>
                  </a:lnTo>
                  <a:lnTo>
                    <a:pt x="119968" y="2561197"/>
                  </a:lnTo>
                  <a:lnTo>
                    <a:pt x="158382" y="2585025"/>
                  </a:lnTo>
                  <a:lnTo>
                    <a:pt x="200457" y="2602789"/>
                  </a:lnTo>
                  <a:lnTo>
                    <a:pt x="245591" y="2613888"/>
                  </a:lnTo>
                  <a:lnTo>
                    <a:pt x="293184" y="2617721"/>
                  </a:lnTo>
                  <a:lnTo>
                    <a:pt x="5151675" y="2617721"/>
                  </a:lnTo>
                  <a:lnTo>
                    <a:pt x="5199267" y="2613888"/>
                  </a:lnTo>
                  <a:lnTo>
                    <a:pt x="5244401" y="2602789"/>
                  </a:lnTo>
                  <a:lnTo>
                    <a:pt x="5286475" y="2585025"/>
                  </a:lnTo>
                  <a:lnTo>
                    <a:pt x="5324890" y="2561197"/>
                  </a:lnTo>
                  <a:lnTo>
                    <a:pt x="5359043" y="2531906"/>
                  </a:lnTo>
                  <a:lnTo>
                    <a:pt x="5388335" y="2497752"/>
                  </a:lnTo>
                  <a:lnTo>
                    <a:pt x="5412163" y="2459338"/>
                  </a:lnTo>
                  <a:lnTo>
                    <a:pt x="5429927" y="2417263"/>
                  </a:lnTo>
                  <a:lnTo>
                    <a:pt x="5441027" y="2372129"/>
                  </a:lnTo>
                  <a:lnTo>
                    <a:pt x="5444860" y="2324536"/>
                  </a:lnTo>
                  <a:lnTo>
                    <a:pt x="5444860" y="293184"/>
                  </a:lnTo>
                  <a:lnTo>
                    <a:pt x="5441027" y="245591"/>
                  </a:lnTo>
                  <a:lnTo>
                    <a:pt x="5429927" y="200457"/>
                  </a:lnTo>
                  <a:lnTo>
                    <a:pt x="5412163" y="158382"/>
                  </a:lnTo>
                  <a:lnTo>
                    <a:pt x="5388335" y="119968"/>
                  </a:lnTo>
                  <a:lnTo>
                    <a:pt x="5359043" y="85815"/>
                  </a:lnTo>
                  <a:lnTo>
                    <a:pt x="5324890" y="56524"/>
                  </a:lnTo>
                  <a:lnTo>
                    <a:pt x="5286475" y="32696"/>
                  </a:lnTo>
                  <a:lnTo>
                    <a:pt x="5244401" y="14932"/>
                  </a:lnTo>
                  <a:lnTo>
                    <a:pt x="5199267" y="3833"/>
                  </a:lnTo>
                  <a:lnTo>
                    <a:pt x="5151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81973" y="6073113"/>
              <a:ext cx="628650" cy="628650"/>
            </a:xfrm>
            <a:custGeom>
              <a:avLst/>
              <a:gdLst/>
              <a:ahLst/>
              <a:cxnLst/>
              <a:rect l="l" t="t" r="r" b="b"/>
              <a:pathLst>
                <a:path w="628650" h="628650">
                  <a:moveTo>
                    <a:pt x="314126" y="0"/>
                  </a:moveTo>
                  <a:lnTo>
                    <a:pt x="267707" y="3405"/>
                  </a:lnTo>
                  <a:lnTo>
                    <a:pt x="223402" y="13299"/>
                  </a:lnTo>
                  <a:lnTo>
                    <a:pt x="181698" y="29195"/>
                  </a:lnTo>
                  <a:lnTo>
                    <a:pt x="143081" y="50607"/>
                  </a:lnTo>
                  <a:lnTo>
                    <a:pt x="108036" y="77050"/>
                  </a:lnTo>
                  <a:lnTo>
                    <a:pt x="77050" y="108036"/>
                  </a:lnTo>
                  <a:lnTo>
                    <a:pt x="50607" y="143081"/>
                  </a:lnTo>
                  <a:lnTo>
                    <a:pt x="29195" y="181698"/>
                  </a:lnTo>
                  <a:lnTo>
                    <a:pt x="13299" y="223402"/>
                  </a:lnTo>
                  <a:lnTo>
                    <a:pt x="3405" y="267707"/>
                  </a:lnTo>
                  <a:lnTo>
                    <a:pt x="0" y="314126"/>
                  </a:lnTo>
                  <a:lnTo>
                    <a:pt x="3405" y="360545"/>
                  </a:lnTo>
                  <a:lnTo>
                    <a:pt x="13299" y="404850"/>
                  </a:lnTo>
                  <a:lnTo>
                    <a:pt x="29195" y="446554"/>
                  </a:lnTo>
                  <a:lnTo>
                    <a:pt x="50607" y="485171"/>
                  </a:lnTo>
                  <a:lnTo>
                    <a:pt x="77050" y="520216"/>
                  </a:lnTo>
                  <a:lnTo>
                    <a:pt x="108036" y="551203"/>
                  </a:lnTo>
                  <a:lnTo>
                    <a:pt x="143081" y="577645"/>
                  </a:lnTo>
                  <a:lnTo>
                    <a:pt x="181698" y="599057"/>
                  </a:lnTo>
                  <a:lnTo>
                    <a:pt x="223402" y="614953"/>
                  </a:lnTo>
                  <a:lnTo>
                    <a:pt x="267707" y="624847"/>
                  </a:lnTo>
                  <a:lnTo>
                    <a:pt x="314126" y="628253"/>
                  </a:lnTo>
                  <a:lnTo>
                    <a:pt x="360545" y="624847"/>
                  </a:lnTo>
                  <a:lnTo>
                    <a:pt x="404850" y="614953"/>
                  </a:lnTo>
                  <a:lnTo>
                    <a:pt x="446554" y="599057"/>
                  </a:lnTo>
                  <a:lnTo>
                    <a:pt x="485171" y="577645"/>
                  </a:lnTo>
                  <a:lnTo>
                    <a:pt x="520216" y="551203"/>
                  </a:lnTo>
                  <a:lnTo>
                    <a:pt x="551203" y="520216"/>
                  </a:lnTo>
                  <a:lnTo>
                    <a:pt x="577645" y="485171"/>
                  </a:lnTo>
                  <a:lnTo>
                    <a:pt x="599057" y="446554"/>
                  </a:lnTo>
                  <a:lnTo>
                    <a:pt x="614953" y="404850"/>
                  </a:lnTo>
                  <a:lnTo>
                    <a:pt x="624847" y="360545"/>
                  </a:lnTo>
                  <a:lnTo>
                    <a:pt x="628253" y="314126"/>
                  </a:lnTo>
                  <a:lnTo>
                    <a:pt x="624847" y="267707"/>
                  </a:lnTo>
                  <a:lnTo>
                    <a:pt x="614953" y="223402"/>
                  </a:lnTo>
                  <a:lnTo>
                    <a:pt x="599057" y="181698"/>
                  </a:lnTo>
                  <a:lnTo>
                    <a:pt x="577645" y="143081"/>
                  </a:lnTo>
                  <a:lnTo>
                    <a:pt x="551203" y="108036"/>
                  </a:lnTo>
                  <a:lnTo>
                    <a:pt x="520216" y="77050"/>
                  </a:lnTo>
                  <a:lnTo>
                    <a:pt x="485171" y="50607"/>
                  </a:lnTo>
                  <a:lnTo>
                    <a:pt x="446554" y="29195"/>
                  </a:lnTo>
                  <a:lnTo>
                    <a:pt x="404850" y="13299"/>
                  </a:lnTo>
                  <a:lnTo>
                    <a:pt x="360545" y="3405"/>
                  </a:lnTo>
                  <a:lnTo>
                    <a:pt x="314126" y="0"/>
                  </a:lnTo>
                  <a:close/>
                </a:path>
              </a:pathLst>
            </a:custGeom>
            <a:solidFill>
              <a:srgbClr val="315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603258" y="6227947"/>
            <a:ext cx="186055" cy="302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16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06944" y="6169310"/>
            <a:ext cx="3539490" cy="1648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300"/>
              </a:lnSpc>
              <a:spcBef>
                <a:spcPts val="95"/>
              </a:spcBef>
            </a:pPr>
            <a:r>
              <a:rPr sz="1800" b="1" spc="200" dirty="0">
                <a:solidFill>
                  <a:srgbClr val="0F1828"/>
                </a:solidFill>
                <a:latin typeface="Trebuchet MS"/>
                <a:cs typeface="Trebuchet MS"/>
              </a:rPr>
              <a:t>DocHelper</a:t>
            </a:r>
            <a:r>
              <a:rPr sz="1800" b="1" spc="120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1800" b="1" spc="180" dirty="0">
                <a:solidFill>
                  <a:srgbClr val="0F1828"/>
                </a:solidFill>
                <a:latin typeface="Trebuchet MS"/>
                <a:cs typeface="Trebuchet MS"/>
              </a:rPr>
              <a:t>исправляет </a:t>
            </a:r>
            <a:r>
              <a:rPr sz="1800" b="1" spc="215" dirty="0">
                <a:solidFill>
                  <a:srgbClr val="0F1828"/>
                </a:solidFill>
                <a:latin typeface="Trebuchet MS"/>
                <a:cs typeface="Trebuchet MS"/>
              </a:rPr>
              <a:t>ошибки,</a:t>
            </a:r>
            <a:r>
              <a:rPr sz="1800" b="1" spc="105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1800" b="1" spc="204" dirty="0">
                <a:solidFill>
                  <a:srgbClr val="0F1828"/>
                </a:solidFill>
                <a:latin typeface="Trebuchet MS"/>
                <a:cs typeface="Trebuchet MS"/>
              </a:rPr>
              <a:t>приводит</a:t>
            </a:r>
            <a:r>
              <a:rPr sz="1800" b="1" spc="105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1800" b="1" spc="175" dirty="0" err="1">
                <a:solidFill>
                  <a:srgbClr val="0F1828"/>
                </a:solidFill>
                <a:latin typeface="Trebuchet MS"/>
                <a:cs typeface="Trebuchet MS"/>
              </a:rPr>
              <a:t>текст</a:t>
            </a:r>
            <a:r>
              <a:rPr sz="1800" b="1" spc="110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endParaRPr lang="en-US" sz="1800" b="1" spc="110" dirty="0">
              <a:solidFill>
                <a:srgbClr val="0F1828"/>
              </a:solidFill>
              <a:latin typeface="Trebuchet MS"/>
              <a:cs typeface="Trebuchet MS"/>
            </a:endParaRPr>
          </a:p>
          <a:p>
            <a:pPr marL="12700" marR="5080">
              <a:lnSpc>
                <a:spcPct val="118300"/>
              </a:lnSpc>
              <a:spcBef>
                <a:spcPts val="95"/>
              </a:spcBef>
            </a:pPr>
            <a:r>
              <a:rPr sz="1800" b="1" spc="185" dirty="0">
                <a:solidFill>
                  <a:srgbClr val="0F1828"/>
                </a:solidFill>
                <a:latin typeface="Trebuchet MS"/>
                <a:cs typeface="Trebuchet MS"/>
              </a:rPr>
              <a:t>к </a:t>
            </a:r>
            <a:r>
              <a:rPr sz="1800" b="1" spc="204" dirty="0">
                <a:solidFill>
                  <a:srgbClr val="0F1828"/>
                </a:solidFill>
                <a:latin typeface="Trebuchet MS"/>
                <a:cs typeface="Trebuchet MS"/>
              </a:rPr>
              <a:t>официально-</a:t>
            </a:r>
            <a:r>
              <a:rPr sz="1800" b="1" spc="200" dirty="0">
                <a:solidFill>
                  <a:srgbClr val="0F1828"/>
                </a:solidFill>
                <a:latin typeface="Trebuchet MS"/>
                <a:cs typeface="Trebuchet MS"/>
              </a:rPr>
              <a:t>деловому </a:t>
            </a:r>
            <a:r>
              <a:rPr sz="1800" b="1" spc="220" dirty="0">
                <a:solidFill>
                  <a:srgbClr val="0F1828"/>
                </a:solidFill>
                <a:latin typeface="Trebuchet MS"/>
                <a:cs typeface="Trebuchet MS"/>
              </a:rPr>
              <a:t>стилю</a:t>
            </a:r>
            <a:r>
              <a:rPr sz="1800" b="1" spc="95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1800" b="1" spc="170" dirty="0">
                <a:solidFill>
                  <a:srgbClr val="0F1828"/>
                </a:solidFill>
                <a:latin typeface="Trebuchet MS"/>
                <a:cs typeface="Trebuchet MS"/>
              </a:rPr>
              <a:t>и</a:t>
            </a:r>
            <a:r>
              <a:rPr sz="1800" b="1" spc="95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1800" b="1" spc="185" dirty="0">
                <a:solidFill>
                  <a:srgbClr val="0F1828"/>
                </a:solidFill>
                <a:latin typeface="Trebuchet MS"/>
                <a:cs typeface="Trebuchet MS"/>
              </a:rPr>
              <a:t>структурирует </a:t>
            </a:r>
            <a:r>
              <a:rPr sz="1800" b="1" spc="175" dirty="0">
                <a:solidFill>
                  <a:srgbClr val="0F1828"/>
                </a:solidFill>
                <a:latin typeface="Trebuchet MS"/>
                <a:cs typeface="Trebuchet MS"/>
              </a:rPr>
              <a:t>реквизиты.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3298023" y="5758986"/>
            <a:ext cx="5445125" cy="2618105"/>
            <a:chOff x="13298023" y="5758986"/>
            <a:chExt cx="5445125" cy="2618105"/>
          </a:xfrm>
        </p:grpSpPr>
        <p:sp>
          <p:nvSpPr>
            <p:cNvPr id="16" name="object 16"/>
            <p:cNvSpPr/>
            <p:nvPr/>
          </p:nvSpPr>
          <p:spPr>
            <a:xfrm>
              <a:off x="13298023" y="5758986"/>
              <a:ext cx="5445125" cy="2618105"/>
            </a:xfrm>
            <a:custGeom>
              <a:avLst/>
              <a:gdLst/>
              <a:ahLst/>
              <a:cxnLst/>
              <a:rect l="l" t="t" r="r" b="b"/>
              <a:pathLst>
                <a:path w="5445125" h="2618104">
                  <a:moveTo>
                    <a:pt x="5151675" y="0"/>
                  </a:moveTo>
                  <a:lnTo>
                    <a:pt x="293184" y="0"/>
                  </a:lnTo>
                  <a:lnTo>
                    <a:pt x="245593" y="3833"/>
                  </a:lnTo>
                  <a:lnTo>
                    <a:pt x="200459" y="14932"/>
                  </a:lnTo>
                  <a:lnTo>
                    <a:pt x="158384" y="32696"/>
                  </a:lnTo>
                  <a:lnTo>
                    <a:pt x="119970" y="56524"/>
                  </a:lnTo>
                  <a:lnTo>
                    <a:pt x="85816" y="85815"/>
                  </a:lnTo>
                  <a:lnTo>
                    <a:pt x="56525" y="119968"/>
                  </a:lnTo>
                  <a:lnTo>
                    <a:pt x="32696" y="158382"/>
                  </a:lnTo>
                  <a:lnTo>
                    <a:pt x="14932" y="200457"/>
                  </a:lnTo>
                  <a:lnTo>
                    <a:pt x="3833" y="245591"/>
                  </a:lnTo>
                  <a:lnTo>
                    <a:pt x="0" y="293184"/>
                  </a:lnTo>
                  <a:lnTo>
                    <a:pt x="0" y="2324536"/>
                  </a:lnTo>
                  <a:lnTo>
                    <a:pt x="3833" y="2372129"/>
                  </a:lnTo>
                  <a:lnTo>
                    <a:pt x="14932" y="2417263"/>
                  </a:lnTo>
                  <a:lnTo>
                    <a:pt x="32696" y="2459338"/>
                  </a:lnTo>
                  <a:lnTo>
                    <a:pt x="56525" y="2497752"/>
                  </a:lnTo>
                  <a:lnTo>
                    <a:pt x="85816" y="2531906"/>
                  </a:lnTo>
                  <a:lnTo>
                    <a:pt x="119970" y="2561197"/>
                  </a:lnTo>
                  <a:lnTo>
                    <a:pt x="158384" y="2585025"/>
                  </a:lnTo>
                  <a:lnTo>
                    <a:pt x="200459" y="2602789"/>
                  </a:lnTo>
                  <a:lnTo>
                    <a:pt x="245593" y="2613888"/>
                  </a:lnTo>
                  <a:lnTo>
                    <a:pt x="293184" y="2617721"/>
                  </a:lnTo>
                  <a:lnTo>
                    <a:pt x="5151675" y="2617721"/>
                  </a:lnTo>
                  <a:lnTo>
                    <a:pt x="5199267" y="2613888"/>
                  </a:lnTo>
                  <a:lnTo>
                    <a:pt x="5244401" y="2602789"/>
                  </a:lnTo>
                  <a:lnTo>
                    <a:pt x="5286475" y="2585025"/>
                  </a:lnTo>
                  <a:lnTo>
                    <a:pt x="5324890" y="2561197"/>
                  </a:lnTo>
                  <a:lnTo>
                    <a:pt x="5359043" y="2531906"/>
                  </a:lnTo>
                  <a:lnTo>
                    <a:pt x="5388335" y="2497752"/>
                  </a:lnTo>
                  <a:lnTo>
                    <a:pt x="5412163" y="2459338"/>
                  </a:lnTo>
                  <a:lnTo>
                    <a:pt x="5429927" y="2417263"/>
                  </a:lnTo>
                  <a:lnTo>
                    <a:pt x="5441027" y="2372129"/>
                  </a:lnTo>
                  <a:lnTo>
                    <a:pt x="5444860" y="2324536"/>
                  </a:lnTo>
                  <a:lnTo>
                    <a:pt x="5444860" y="293184"/>
                  </a:lnTo>
                  <a:lnTo>
                    <a:pt x="5441027" y="245591"/>
                  </a:lnTo>
                  <a:lnTo>
                    <a:pt x="5429927" y="200457"/>
                  </a:lnTo>
                  <a:lnTo>
                    <a:pt x="5412163" y="158382"/>
                  </a:lnTo>
                  <a:lnTo>
                    <a:pt x="5388335" y="119968"/>
                  </a:lnTo>
                  <a:lnTo>
                    <a:pt x="5359043" y="85815"/>
                  </a:lnTo>
                  <a:lnTo>
                    <a:pt x="5324890" y="56524"/>
                  </a:lnTo>
                  <a:lnTo>
                    <a:pt x="5286475" y="32696"/>
                  </a:lnTo>
                  <a:lnTo>
                    <a:pt x="5244401" y="14932"/>
                  </a:lnTo>
                  <a:lnTo>
                    <a:pt x="5199267" y="3833"/>
                  </a:lnTo>
                  <a:lnTo>
                    <a:pt x="5151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559796" y="6073113"/>
              <a:ext cx="628650" cy="628650"/>
            </a:xfrm>
            <a:custGeom>
              <a:avLst/>
              <a:gdLst/>
              <a:ahLst/>
              <a:cxnLst/>
              <a:rect l="l" t="t" r="r" b="b"/>
              <a:pathLst>
                <a:path w="628650" h="628650">
                  <a:moveTo>
                    <a:pt x="314126" y="0"/>
                  </a:moveTo>
                  <a:lnTo>
                    <a:pt x="267706" y="3405"/>
                  </a:lnTo>
                  <a:lnTo>
                    <a:pt x="223400" y="13299"/>
                  </a:lnTo>
                  <a:lnTo>
                    <a:pt x="181696" y="29195"/>
                  </a:lnTo>
                  <a:lnTo>
                    <a:pt x="143079" y="50607"/>
                  </a:lnTo>
                  <a:lnTo>
                    <a:pt x="108034" y="77050"/>
                  </a:lnTo>
                  <a:lnTo>
                    <a:pt x="77048" y="108036"/>
                  </a:lnTo>
                  <a:lnTo>
                    <a:pt x="50606" y="143081"/>
                  </a:lnTo>
                  <a:lnTo>
                    <a:pt x="29194" y="181698"/>
                  </a:lnTo>
                  <a:lnTo>
                    <a:pt x="13299" y="223402"/>
                  </a:lnTo>
                  <a:lnTo>
                    <a:pt x="3405" y="267707"/>
                  </a:lnTo>
                  <a:lnTo>
                    <a:pt x="0" y="314126"/>
                  </a:lnTo>
                  <a:lnTo>
                    <a:pt x="3405" y="360545"/>
                  </a:lnTo>
                  <a:lnTo>
                    <a:pt x="13299" y="404850"/>
                  </a:lnTo>
                  <a:lnTo>
                    <a:pt x="29194" y="446554"/>
                  </a:lnTo>
                  <a:lnTo>
                    <a:pt x="50606" y="485171"/>
                  </a:lnTo>
                  <a:lnTo>
                    <a:pt x="77048" y="520216"/>
                  </a:lnTo>
                  <a:lnTo>
                    <a:pt x="108034" y="551203"/>
                  </a:lnTo>
                  <a:lnTo>
                    <a:pt x="143079" y="577645"/>
                  </a:lnTo>
                  <a:lnTo>
                    <a:pt x="181696" y="599057"/>
                  </a:lnTo>
                  <a:lnTo>
                    <a:pt x="223400" y="614953"/>
                  </a:lnTo>
                  <a:lnTo>
                    <a:pt x="267706" y="624847"/>
                  </a:lnTo>
                  <a:lnTo>
                    <a:pt x="314126" y="628253"/>
                  </a:lnTo>
                  <a:lnTo>
                    <a:pt x="360546" y="624847"/>
                  </a:lnTo>
                  <a:lnTo>
                    <a:pt x="404852" y="614953"/>
                  </a:lnTo>
                  <a:lnTo>
                    <a:pt x="446556" y="599057"/>
                  </a:lnTo>
                  <a:lnTo>
                    <a:pt x="485173" y="577645"/>
                  </a:lnTo>
                  <a:lnTo>
                    <a:pt x="520218" y="551203"/>
                  </a:lnTo>
                  <a:lnTo>
                    <a:pt x="551204" y="520216"/>
                  </a:lnTo>
                  <a:lnTo>
                    <a:pt x="577646" y="485171"/>
                  </a:lnTo>
                  <a:lnTo>
                    <a:pt x="599058" y="446554"/>
                  </a:lnTo>
                  <a:lnTo>
                    <a:pt x="614953" y="404850"/>
                  </a:lnTo>
                  <a:lnTo>
                    <a:pt x="624847" y="360545"/>
                  </a:lnTo>
                  <a:lnTo>
                    <a:pt x="628253" y="314126"/>
                  </a:lnTo>
                  <a:lnTo>
                    <a:pt x="624847" y="267707"/>
                  </a:lnTo>
                  <a:lnTo>
                    <a:pt x="614953" y="223402"/>
                  </a:lnTo>
                  <a:lnTo>
                    <a:pt x="599058" y="181698"/>
                  </a:lnTo>
                  <a:lnTo>
                    <a:pt x="577646" y="143081"/>
                  </a:lnTo>
                  <a:lnTo>
                    <a:pt x="551204" y="108036"/>
                  </a:lnTo>
                  <a:lnTo>
                    <a:pt x="520218" y="77050"/>
                  </a:lnTo>
                  <a:lnTo>
                    <a:pt x="485173" y="50607"/>
                  </a:lnTo>
                  <a:lnTo>
                    <a:pt x="446556" y="29195"/>
                  </a:lnTo>
                  <a:lnTo>
                    <a:pt x="404852" y="13299"/>
                  </a:lnTo>
                  <a:lnTo>
                    <a:pt x="360546" y="3405"/>
                  </a:lnTo>
                  <a:lnTo>
                    <a:pt x="314126" y="0"/>
                  </a:lnTo>
                  <a:close/>
                </a:path>
              </a:pathLst>
            </a:custGeom>
            <a:solidFill>
              <a:srgbClr val="315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3781079" y="6227947"/>
            <a:ext cx="186055" cy="302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16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200" dirty="0"/>
              <a:t>DOCHELPER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9079578" y="10366253"/>
            <a:ext cx="252095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120" dirty="0">
                <a:solidFill>
                  <a:srgbClr val="667085"/>
                </a:solidFill>
                <a:latin typeface="Trebuchet MS"/>
                <a:cs typeface="Trebuchet MS"/>
              </a:rPr>
              <a:t>03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384766" y="6169310"/>
            <a:ext cx="3895725" cy="999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300"/>
              </a:lnSpc>
              <a:spcBef>
                <a:spcPts val="95"/>
              </a:spcBef>
            </a:pPr>
            <a:r>
              <a:rPr sz="1800" b="1" spc="185" dirty="0">
                <a:solidFill>
                  <a:srgbClr val="0F1828"/>
                </a:solidFill>
                <a:latin typeface="Trebuchet MS"/>
                <a:cs typeface="Trebuchet MS"/>
              </a:rPr>
              <a:t>Система</a:t>
            </a:r>
            <a:r>
              <a:rPr sz="1800" b="1" spc="95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1800" b="1" spc="190" dirty="0">
                <a:solidFill>
                  <a:srgbClr val="0F1828"/>
                </a:solidFill>
                <a:latin typeface="Trebuchet MS"/>
                <a:cs typeface="Trebuchet MS"/>
              </a:rPr>
              <a:t>генерирует</a:t>
            </a:r>
            <a:r>
              <a:rPr sz="1800" b="1" spc="100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1800" b="1" spc="180" dirty="0">
                <a:solidFill>
                  <a:srgbClr val="0F1828"/>
                </a:solidFill>
                <a:latin typeface="Trebuchet MS"/>
                <a:cs typeface="Trebuchet MS"/>
              </a:rPr>
              <a:t>готовый </a:t>
            </a:r>
            <a:r>
              <a:rPr sz="1800" b="1" spc="285" dirty="0">
                <a:solidFill>
                  <a:srgbClr val="0F1828"/>
                </a:solidFill>
                <a:latin typeface="Trebuchet MS"/>
                <a:cs typeface="Trebuchet MS"/>
              </a:rPr>
              <a:t>DOCX</a:t>
            </a:r>
            <a:r>
              <a:rPr sz="1800" b="1" spc="90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1800" b="1" spc="185" dirty="0">
                <a:solidFill>
                  <a:srgbClr val="0F1828"/>
                </a:solidFill>
                <a:latin typeface="Trebuchet MS"/>
                <a:cs typeface="Trebuchet MS"/>
              </a:rPr>
              <a:t>без</a:t>
            </a:r>
            <a:r>
              <a:rPr sz="1800" b="1" spc="95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1800" b="1" spc="190" dirty="0">
                <a:solidFill>
                  <a:srgbClr val="0F1828"/>
                </a:solidFill>
                <a:latin typeface="Trebuchet MS"/>
                <a:cs typeface="Trebuchet MS"/>
              </a:rPr>
              <a:t>ручного </a:t>
            </a:r>
            <a:r>
              <a:rPr sz="1800" b="1" spc="185" dirty="0">
                <a:solidFill>
                  <a:srgbClr val="0F1828"/>
                </a:solidFill>
                <a:latin typeface="Trebuchet MS"/>
                <a:cs typeface="Trebuchet MS"/>
              </a:rPr>
              <a:t>форматирования.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9679" y="9568160"/>
            <a:ext cx="14293850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240" dirty="0">
                <a:solidFill>
                  <a:srgbClr val="315DFB"/>
                </a:solidFill>
                <a:latin typeface="Trebuchet MS"/>
                <a:cs typeface="Trebuchet MS"/>
              </a:rPr>
              <a:t>Это</a:t>
            </a:r>
            <a:r>
              <a:rPr sz="2300" b="1" spc="125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2300" b="1" spc="240" dirty="0">
                <a:solidFill>
                  <a:srgbClr val="315DFB"/>
                </a:solidFill>
                <a:latin typeface="Trebuchet MS"/>
                <a:cs typeface="Trebuchet MS"/>
              </a:rPr>
              <a:t>обеспечивает</a:t>
            </a:r>
            <a:r>
              <a:rPr sz="2300" b="1" spc="130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2300" b="1" spc="225" dirty="0">
                <a:solidFill>
                  <a:srgbClr val="315DFB"/>
                </a:solidFill>
                <a:latin typeface="Trebuchet MS"/>
                <a:cs typeface="Trebuchet MS"/>
              </a:rPr>
              <a:t>быстроту,</a:t>
            </a:r>
            <a:r>
              <a:rPr sz="2300" b="1" spc="130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2300" b="1" spc="235" dirty="0">
                <a:solidFill>
                  <a:srgbClr val="315DFB"/>
                </a:solidFill>
                <a:latin typeface="Trebuchet MS"/>
                <a:cs typeface="Trebuchet MS"/>
              </a:rPr>
              <a:t>точность</a:t>
            </a:r>
            <a:r>
              <a:rPr sz="2300" b="1" spc="125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2300" b="1" spc="220" dirty="0">
                <a:solidFill>
                  <a:srgbClr val="315DFB"/>
                </a:solidFill>
                <a:latin typeface="Trebuchet MS"/>
                <a:cs typeface="Trebuchet MS"/>
              </a:rPr>
              <a:t>и</a:t>
            </a:r>
            <a:r>
              <a:rPr sz="2300" b="1" spc="130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2300" b="1" spc="235" dirty="0">
                <a:solidFill>
                  <a:srgbClr val="315DFB"/>
                </a:solidFill>
                <a:latin typeface="Trebuchet MS"/>
                <a:cs typeface="Trebuchet MS"/>
              </a:rPr>
              <a:t>простоту</a:t>
            </a:r>
            <a:r>
              <a:rPr sz="2300" b="1" spc="130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2300" b="1" spc="254" dirty="0">
                <a:solidFill>
                  <a:srgbClr val="315DFB"/>
                </a:solidFill>
                <a:latin typeface="Trebuchet MS"/>
                <a:cs typeface="Trebuchet MS"/>
              </a:rPr>
              <a:t>создания</a:t>
            </a:r>
            <a:r>
              <a:rPr sz="2300" b="1" spc="130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2300" b="1" spc="265" dirty="0">
                <a:solidFill>
                  <a:srgbClr val="315DFB"/>
                </a:solidFill>
                <a:latin typeface="Trebuchet MS"/>
                <a:cs typeface="Trebuchet MS"/>
              </a:rPr>
              <a:t>деловой</a:t>
            </a:r>
            <a:r>
              <a:rPr sz="2300" b="1" spc="125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2300" b="1" spc="235" dirty="0">
                <a:solidFill>
                  <a:srgbClr val="315DFB"/>
                </a:solidFill>
                <a:latin typeface="Trebuchet MS"/>
                <a:cs typeface="Trebuchet MS"/>
              </a:rPr>
              <a:t>документации.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9679" y="741203"/>
            <a:ext cx="2247265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175" dirty="0">
                <a:solidFill>
                  <a:srgbClr val="315DFB"/>
                </a:solidFill>
                <a:latin typeface="Trebuchet MS"/>
                <a:cs typeface="Trebuchet MS"/>
              </a:rPr>
              <a:t>03</a:t>
            </a:r>
            <a:r>
              <a:rPr sz="1450" b="1" spc="65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1450" b="1" dirty="0">
                <a:solidFill>
                  <a:srgbClr val="315DFB"/>
                </a:solidFill>
                <a:latin typeface="Trebuchet MS"/>
                <a:cs typeface="Trebuchet MS"/>
              </a:rPr>
              <a:t>/</a:t>
            </a:r>
            <a:r>
              <a:rPr sz="1450" b="1" spc="65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1450" b="1" spc="210" dirty="0">
                <a:solidFill>
                  <a:srgbClr val="315DFB"/>
                </a:solidFill>
                <a:latin typeface="Trebuchet MS"/>
                <a:cs typeface="Trebuchet MS"/>
              </a:rPr>
              <a:t>ПОЛЬЗОВАТЕЛЬ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40" dirty="0"/>
              <a:t>Целевая</a:t>
            </a:r>
            <a:r>
              <a:rPr spc="225" dirty="0"/>
              <a:t> </a:t>
            </a:r>
            <a:r>
              <a:rPr spc="500" dirty="0"/>
              <a:t>аудитория</a:t>
            </a:r>
            <a:r>
              <a:rPr spc="229" dirty="0"/>
              <a:t> </a:t>
            </a:r>
            <a:r>
              <a:rPr spc="425" dirty="0"/>
              <a:t>и</a:t>
            </a:r>
            <a:r>
              <a:rPr spc="229" dirty="0"/>
              <a:t> </a:t>
            </a:r>
            <a:r>
              <a:rPr spc="434" dirty="0"/>
              <a:t>потребности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29679" y="2606675"/>
            <a:ext cx="8586470" cy="2932430"/>
            <a:chOff x="942379" y="3245974"/>
            <a:chExt cx="8586470" cy="2932430"/>
          </a:xfrm>
        </p:grpSpPr>
        <p:sp>
          <p:nvSpPr>
            <p:cNvPr id="5" name="object 5"/>
            <p:cNvSpPr/>
            <p:nvPr/>
          </p:nvSpPr>
          <p:spPr>
            <a:xfrm>
              <a:off x="942379" y="3245974"/>
              <a:ext cx="8586470" cy="2932430"/>
            </a:xfrm>
            <a:custGeom>
              <a:avLst/>
              <a:gdLst/>
              <a:ahLst/>
              <a:cxnLst/>
              <a:rect l="l" t="t" r="r" b="b"/>
              <a:pathLst>
                <a:path w="8586470" h="2932429">
                  <a:moveTo>
                    <a:pt x="8334824" y="0"/>
                  </a:moveTo>
                  <a:lnTo>
                    <a:pt x="251301" y="0"/>
                  </a:lnTo>
                  <a:lnTo>
                    <a:pt x="206095" y="4044"/>
                  </a:lnTo>
                  <a:lnTo>
                    <a:pt x="163561" y="15707"/>
                  </a:lnTo>
                  <a:lnTo>
                    <a:pt x="124407" y="34281"/>
                  </a:lnTo>
                  <a:lnTo>
                    <a:pt x="89337" y="59060"/>
                  </a:lnTo>
                  <a:lnTo>
                    <a:pt x="59060" y="89337"/>
                  </a:lnTo>
                  <a:lnTo>
                    <a:pt x="34281" y="124407"/>
                  </a:lnTo>
                  <a:lnTo>
                    <a:pt x="15707" y="163561"/>
                  </a:lnTo>
                  <a:lnTo>
                    <a:pt x="4044" y="206095"/>
                  </a:lnTo>
                  <a:lnTo>
                    <a:pt x="0" y="251301"/>
                  </a:lnTo>
                  <a:lnTo>
                    <a:pt x="0" y="2680546"/>
                  </a:lnTo>
                  <a:lnTo>
                    <a:pt x="4044" y="2725752"/>
                  </a:lnTo>
                  <a:lnTo>
                    <a:pt x="15707" y="2768286"/>
                  </a:lnTo>
                  <a:lnTo>
                    <a:pt x="34281" y="2807440"/>
                  </a:lnTo>
                  <a:lnTo>
                    <a:pt x="59060" y="2842510"/>
                  </a:lnTo>
                  <a:lnTo>
                    <a:pt x="89337" y="2872787"/>
                  </a:lnTo>
                  <a:lnTo>
                    <a:pt x="124407" y="2897566"/>
                  </a:lnTo>
                  <a:lnTo>
                    <a:pt x="163561" y="2916140"/>
                  </a:lnTo>
                  <a:lnTo>
                    <a:pt x="206095" y="2927803"/>
                  </a:lnTo>
                  <a:lnTo>
                    <a:pt x="251301" y="2931847"/>
                  </a:lnTo>
                  <a:lnTo>
                    <a:pt x="8334824" y="2931847"/>
                  </a:lnTo>
                  <a:lnTo>
                    <a:pt x="8380030" y="2927803"/>
                  </a:lnTo>
                  <a:lnTo>
                    <a:pt x="8422564" y="2916140"/>
                  </a:lnTo>
                  <a:lnTo>
                    <a:pt x="8461718" y="2897566"/>
                  </a:lnTo>
                  <a:lnTo>
                    <a:pt x="8496788" y="2872787"/>
                  </a:lnTo>
                  <a:lnTo>
                    <a:pt x="8527065" y="2842510"/>
                  </a:lnTo>
                  <a:lnTo>
                    <a:pt x="8551844" y="2807440"/>
                  </a:lnTo>
                  <a:lnTo>
                    <a:pt x="8570418" y="2768286"/>
                  </a:lnTo>
                  <a:lnTo>
                    <a:pt x="8582081" y="2725752"/>
                  </a:lnTo>
                  <a:lnTo>
                    <a:pt x="8586126" y="2680546"/>
                  </a:lnTo>
                  <a:lnTo>
                    <a:pt x="8586126" y="251301"/>
                  </a:lnTo>
                  <a:lnTo>
                    <a:pt x="8582081" y="206095"/>
                  </a:lnTo>
                  <a:lnTo>
                    <a:pt x="8570418" y="163561"/>
                  </a:lnTo>
                  <a:lnTo>
                    <a:pt x="8551844" y="124407"/>
                  </a:lnTo>
                  <a:lnTo>
                    <a:pt x="8527065" y="89337"/>
                  </a:lnTo>
                  <a:lnTo>
                    <a:pt x="8496788" y="59060"/>
                  </a:lnTo>
                  <a:lnTo>
                    <a:pt x="8461718" y="34281"/>
                  </a:lnTo>
                  <a:lnTo>
                    <a:pt x="8422564" y="15707"/>
                  </a:lnTo>
                  <a:lnTo>
                    <a:pt x="8380030" y="4044"/>
                  </a:lnTo>
                  <a:lnTo>
                    <a:pt x="83348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93680" y="3245974"/>
              <a:ext cx="8083550" cy="104775"/>
            </a:xfrm>
            <a:custGeom>
              <a:avLst/>
              <a:gdLst/>
              <a:ahLst/>
              <a:cxnLst/>
              <a:rect l="l" t="t" r="r" b="b"/>
              <a:pathLst>
                <a:path w="8083550" h="104775">
                  <a:moveTo>
                    <a:pt x="8031169" y="0"/>
                  </a:moveTo>
                  <a:lnTo>
                    <a:pt x="52354" y="0"/>
                  </a:lnTo>
                  <a:lnTo>
                    <a:pt x="31964" y="4110"/>
                  </a:lnTo>
                  <a:lnTo>
                    <a:pt x="15324" y="15324"/>
                  </a:lnTo>
                  <a:lnTo>
                    <a:pt x="4110" y="31964"/>
                  </a:lnTo>
                  <a:lnTo>
                    <a:pt x="0" y="52354"/>
                  </a:lnTo>
                  <a:lnTo>
                    <a:pt x="4110" y="72744"/>
                  </a:lnTo>
                  <a:lnTo>
                    <a:pt x="15324" y="89384"/>
                  </a:lnTo>
                  <a:lnTo>
                    <a:pt x="31964" y="100598"/>
                  </a:lnTo>
                  <a:lnTo>
                    <a:pt x="52354" y="104708"/>
                  </a:lnTo>
                  <a:lnTo>
                    <a:pt x="8031169" y="104708"/>
                  </a:lnTo>
                  <a:lnTo>
                    <a:pt x="8051559" y="100598"/>
                  </a:lnTo>
                  <a:lnTo>
                    <a:pt x="8068199" y="89384"/>
                  </a:lnTo>
                  <a:lnTo>
                    <a:pt x="8079413" y="72744"/>
                  </a:lnTo>
                  <a:lnTo>
                    <a:pt x="8083523" y="52354"/>
                  </a:lnTo>
                  <a:lnTo>
                    <a:pt x="8079413" y="31964"/>
                  </a:lnTo>
                  <a:lnTo>
                    <a:pt x="8068199" y="15324"/>
                  </a:lnTo>
                  <a:lnTo>
                    <a:pt x="8051559" y="4110"/>
                  </a:lnTo>
                  <a:lnTo>
                    <a:pt x="8031169" y="0"/>
                  </a:lnTo>
                  <a:close/>
                </a:path>
              </a:pathLst>
            </a:custGeom>
            <a:solidFill>
              <a:srgbClr val="5D7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72989" y="2877546"/>
            <a:ext cx="7379970" cy="1631314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200" b="1" spc="254" dirty="0">
                <a:solidFill>
                  <a:srgbClr val="0F1828"/>
                </a:solidFill>
                <a:latin typeface="Trebuchet MS"/>
                <a:cs typeface="Trebuchet MS"/>
              </a:rPr>
              <a:t>1</a:t>
            </a:r>
            <a:r>
              <a:rPr sz="2200" b="1" spc="114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2200" b="1" spc="295" dirty="0">
                <a:solidFill>
                  <a:srgbClr val="0F1828"/>
                </a:solidFill>
                <a:latin typeface="Trebuchet MS"/>
                <a:cs typeface="Trebuchet MS"/>
              </a:rPr>
              <a:t>Кто</a:t>
            </a:r>
            <a:r>
              <a:rPr sz="2200" b="1" spc="114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2200" b="1" spc="245" dirty="0">
                <a:solidFill>
                  <a:srgbClr val="0F1828"/>
                </a:solidFill>
                <a:latin typeface="Trebuchet MS"/>
                <a:cs typeface="Trebuchet MS"/>
              </a:rPr>
              <a:t>они?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18300"/>
              </a:lnSpc>
              <a:spcBef>
                <a:spcPts val="830"/>
              </a:spcBef>
            </a:pPr>
            <a:r>
              <a:rPr sz="1800" spc="175" dirty="0">
                <a:solidFill>
                  <a:srgbClr val="667085"/>
                </a:solidFill>
                <a:latin typeface="Trebuchet MS"/>
                <a:cs typeface="Trebuchet MS"/>
              </a:rPr>
              <a:t>Сотрудники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5" dirty="0">
                <a:solidFill>
                  <a:srgbClr val="667085"/>
                </a:solidFill>
                <a:latin typeface="Trebuchet MS"/>
                <a:cs typeface="Trebuchet MS"/>
              </a:rPr>
              <a:t>различных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0" dirty="0">
                <a:solidFill>
                  <a:srgbClr val="667085"/>
                </a:solidFill>
                <a:latin typeface="Trebuchet MS"/>
                <a:cs typeface="Trebuchet MS"/>
              </a:rPr>
              <a:t>организаций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и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20" dirty="0">
                <a:solidFill>
                  <a:srgbClr val="667085"/>
                </a:solidFill>
                <a:latin typeface="Trebuchet MS"/>
                <a:cs typeface="Trebuchet MS"/>
              </a:rPr>
              <a:t>ведомств,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667085"/>
                </a:solidFill>
                <a:latin typeface="Trebuchet MS"/>
                <a:cs typeface="Trebuchet MS"/>
              </a:rPr>
              <a:t>регулярно </a:t>
            </a:r>
            <a:r>
              <a:rPr sz="1800" spc="175" dirty="0">
                <a:solidFill>
                  <a:srgbClr val="667085"/>
                </a:solidFill>
                <a:latin typeface="Trebuchet MS"/>
                <a:cs typeface="Trebuchet MS"/>
              </a:rPr>
              <a:t>подготавливающие</a:t>
            </a:r>
            <a:r>
              <a:rPr sz="1800" spc="6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5" dirty="0">
                <a:solidFill>
                  <a:srgbClr val="667085"/>
                </a:solidFill>
                <a:latin typeface="Trebuchet MS"/>
                <a:cs typeface="Trebuchet MS"/>
              </a:rPr>
              <a:t>служебные</a:t>
            </a:r>
            <a:r>
              <a:rPr sz="1800" spc="6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45" dirty="0">
                <a:solidFill>
                  <a:srgbClr val="667085"/>
                </a:solidFill>
                <a:latin typeface="Trebuchet MS"/>
                <a:cs typeface="Trebuchet MS"/>
              </a:rPr>
              <a:t>документы:</a:t>
            </a:r>
            <a:r>
              <a:rPr sz="1800" spc="6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0" dirty="0">
                <a:solidFill>
                  <a:srgbClr val="667085"/>
                </a:solidFill>
                <a:latin typeface="Trebuchet MS"/>
                <a:cs typeface="Trebuchet MS"/>
              </a:rPr>
              <a:t>докладные </a:t>
            </a:r>
            <a:r>
              <a:rPr sz="1800" spc="125" dirty="0">
                <a:solidFill>
                  <a:srgbClr val="667085"/>
                </a:solidFill>
                <a:latin typeface="Trebuchet MS"/>
                <a:cs typeface="Trebuchet MS"/>
              </a:rPr>
              <a:t>записки,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667085"/>
                </a:solidFill>
                <a:latin typeface="Trebuchet MS"/>
                <a:cs typeface="Trebuchet MS"/>
              </a:rPr>
              <a:t>справки,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45" dirty="0">
                <a:solidFill>
                  <a:srgbClr val="667085"/>
                </a:solidFill>
                <a:latin typeface="Trebuchet MS"/>
                <a:cs typeface="Trebuchet MS"/>
              </a:rPr>
              <a:t>письма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и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25" dirty="0">
                <a:solidFill>
                  <a:srgbClr val="667085"/>
                </a:solidFill>
                <a:latin typeface="Trebuchet MS"/>
                <a:cs typeface="Trebuchet MS"/>
              </a:rPr>
              <a:t>отчёты.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353476" y="2606675"/>
            <a:ext cx="8586470" cy="2932430"/>
            <a:chOff x="10366176" y="3245974"/>
            <a:chExt cx="8586470" cy="2932430"/>
          </a:xfrm>
        </p:grpSpPr>
        <p:sp>
          <p:nvSpPr>
            <p:cNvPr id="9" name="object 9"/>
            <p:cNvSpPr/>
            <p:nvPr/>
          </p:nvSpPr>
          <p:spPr>
            <a:xfrm>
              <a:off x="10366176" y="3245974"/>
              <a:ext cx="8586470" cy="2932430"/>
            </a:xfrm>
            <a:custGeom>
              <a:avLst/>
              <a:gdLst/>
              <a:ahLst/>
              <a:cxnLst/>
              <a:rect l="l" t="t" r="r" b="b"/>
              <a:pathLst>
                <a:path w="8586469" h="2932429">
                  <a:moveTo>
                    <a:pt x="8334824" y="0"/>
                  </a:moveTo>
                  <a:lnTo>
                    <a:pt x="251301" y="0"/>
                  </a:lnTo>
                  <a:lnTo>
                    <a:pt x="206095" y="4044"/>
                  </a:lnTo>
                  <a:lnTo>
                    <a:pt x="163562" y="15707"/>
                  </a:lnTo>
                  <a:lnTo>
                    <a:pt x="124408" y="34281"/>
                  </a:lnTo>
                  <a:lnTo>
                    <a:pt x="89338" y="59060"/>
                  </a:lnTo>
                  <a:lnTo>
                    <a:pt x="59060" y="89337"/>
                  </a:lnTo>
                  <a:lnTo>
                    <a:pt x="34281" y="124407"/>
                  </a:lnTo>
                  <a:lnTo>
                    <a:pt x="15707" y="163561"/>
                  </a:lnTo>
                  <a:lnTo>
                    <a:pt x="4044" y="206095"/>
                  </a:lnTo>
                  <a:lnTo>
                    <a:pt x="0" y="251301"/>
                  </a:lnTo>
                  <a:lnTo>
                    <a:pt x="0" y="2680546"/>
                  </a:lnTo>
                  <a:lnTo>
                    <a:pt x="4044" y="2725752"/>
                  </a:lnTo>
                  <a:lnTo>
                    <a:pt x="15707" y="2768286"/>
                  </a:lnTo>
                  <a:lnTo>
                    <a:pt x="34281" y="2807440"/>
                  </a:lnTo>
                  <a:lnTo>
                    <a:pt x="59060" y="2842510"/>
                  </a:lnTo>
                  <a:lnTo>
                    <a:pt x="89338" y="2872787"/>
                  </a:lnTo>
                  <a:lnTo>
                    <a:pt x="124408" y="2897566"/>
                  </a:lnTo>
                  <a:lnTo>
                    <a:pt x="163562" y="2916140"/>
                  </a:lnTo>
                  <a:lnTo>
                    <a:pt x="206095" y="2927803"/>
                  </a:lnTo>
                  <a:lnTo>
                    <a:pt x="251301" y="2931847"/>
                  </a:lnTo>
                  <a:lnTo>
                    <a:pt x="8334824" y="2931847"/>
                  </a:lnTo>
                  <a:lnTo>
                    <a:pt x="8380030" y="2927803"/>
                  </a:lnTo>
                  <a:lnTo>
                    <a:pt x="8422563" y="2916140"/>
                  </a:lnTo>
                  <a:lnTo>
                    <a:pt x="8461717" y="2897566"/>
                  </a:lnTo>
                  <a:lnTo>
                    <a:pt x="8496787" y="2872787"/>
                  </a:lnTo>
                  <a:lnTo>
                    <a:pt x="8527065" y="2842510"/>
                  </a:lnTo>
                  <a:lnTo>
                    <a:pt x="8551844" y="2807440"/>
                  </a:lnTo>
                  <a:lnTo>
                    <a:pt x="8570418" y="2768286"/>
                  </a:lnTo>
                  <a:lnTo>
                    <a:pt x="8582081" y="2725752"/>
                  </a:lnTo>
                  <a:lnTo>
                    <a:pt x="8586126" y="2680546"/>
                  </a:lnTo>
                  <a:lnTo>
                    <a:pt x="8586126" y="251301"/>
                  </a:lnTo>
                  <a:lnTo>
                    <a:pt x="8582081" y="206095"/>
                  </a:lnTo>
                  <a:lnTo>
                    <a:pt x="8570418" y="163561"/>
                  </a:lnTo>
                  <a:lnTo>
                    <a:pt x="8551844" y="124407"/>
                  </a:lnTo>
                  <a:lnTo>
                    <a:pt x="8527065" y="89337"/>
                  </a:lnTo>
                  <a:lnTo>
                    <a:pt x="8496787" y="59060"/>
                  </a:lnTo>
                  <a:lnTo>
                    <a:pt x="8461717" y="34281"/>
                  </a:lnTo>
                  <a:lnTo>
                    <a:pt x="8422563" y="15707"/>
                  </a:lnTo>
                  <a:lnTo>
                    <a:pt x="8380030" y="4044"/>
                  </a:lnTo>
                  <a:lnTo>
                    <a:pt x="83348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617477" y="3245974"/>
              <a:ext cx="8083550" cy="104775"/>
            </a:xfrm>
            <a:custGeom>
              <a:avLst/>
              <a:gdLst/>
              <a:ahLst/>
              <a:cxnLst/>
              <a:rect l="l" t="t" r="r" b="b"/>
              <a:pathLst>
                <a:path w="8083550" h="104775">
                  <a:moveTo>
                    <a:pt x="8031169" y="0"/>
                  </a:moveTo>
                  <a:lnTo>
                    <a:pt x="52354" y="0"/>
                  </a:lnTo>
                  <a:lnTo>
                    <a:pt x="31964" y="4110"/>
                  </a:lnTo>
                  <a:lnTo>
                    <a:pt x="15324" y="15324"/>
                  </a:lnTo>
                  <a:lnTo>
                    <a:pt x="4110" y="31964"/>
                  </a:lnTo>
                  <a:lnTo>
                    <a:pt x="0" y="52354"/>
                  </a:lnTo>
                  <a:lnTo>
                    <a:pt x="4110" y="72744"/>
                  </a:lnTo>
                  <a:lnTo>
                    <a:pt x="15324" y="89384"/>
                  </a:lnTo>
                  <a:lnTo>
                    <a:pt x="31964" y="100598"/>
                  </a:lnTo>
                  <a:lnTo>
                    <a:pt x="52354" y="104708"/>
                  </a:lnTo>
                  <a:lnTo>
                    <a:pt x="8031169" y="104708"/>
                  </a:lnTo>
                  <a:lnTo>
                    <a:pt x="8051559" y="100598"/>
                  </a:lnTo>
                  <a:lnTo>
                    <a:pt x="8068199" y="89384"/>
                  </a:lnTo>
                  <a:lnTo>
                    <a:pt x="8079413" y="72744"/>
                  </a:lnTo>
                  <a:lnTo>
                    <a:pt x="8083523" y="52354"/>
                  </a:lnTo>
                  <a:lnTo>
                    <a:pt x="8079413" y="31964"/>
                  </a:lnTo>
                  <a:lnTo>
                    <a:pt x="8068199" y="15324"/>
                  </a:lnTo>
                  <a:lnTo>
                    <a:pt x="8051559" y="4110"/>
                  </a:lnTo>
                  <a:lnTo>
                    <a:pt x="8031169" y="0"/>
                  </a:lnTo>
                  <a:close/>
                </a:path>
              </a:pathLst>
            </a:custGeom>
            <a:solidFill>
              <a:srgbClr val="5D7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696786" y="2877546"/>
            <a:ext cx="5206365" cy="195580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200" b="1" spc="254" dirty="0">
                <a:solidFill>
                  <a:srgbClr val="0F1828"/>
                </a:solidFill>
                <a:latin typeface="Trebuchet MS"/>
                <a:cs typeface="Trebuchet MS"/>
              </a:rPr>
              <a:t>2</a:t>
            </a:r>
            <a:r>
              <a:rPr sz="2200" b="1" spc="110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2200" b="1" spc="295" dirty="0">
                <a:solidFill>
                  <a:srgbClr val="0F1828"/>
                </a:solidFill>
                <a:latin typeface="Trebuchet MS"/>
                <a:cs typeface="Trebuchet MS"/>
              </a:rPr>
              <a:t>Что</a:t>
            </a:r>
            <a:r>
              <a:rPr sz="2200" b="1" spc="114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2200" b="1" spc="290" dirty="0">
                <a:solidFill>
                  <a:srgbClr val="0F1828"/>
                </a:solidFill>
                <a:latin typeface="Trebuchet MS"/>
                <a:cs typeface="Trebuchet MS"/>
              </a:rPr>
              <a:t>важно?</a:t>
            </a:r>
            <a:endParaRPr sz="2200">
              <a:latin typeface="Trebuchet MS"/>
              <a:cs typeface="Trebuchet MS"/>
            </a:endParaRPr>
          </a:p>
          <a:p>
            <a:pPr marL="220345" indent="-207645">
              <a:lnSpc>
                <a:spcPct val="100000"/>
              </a:lnSpc>
              <a:spcBef>
                <a:spcPts val="1225"/>
              </a:spcBef>
              <a:buChar char="•"/>
              <a:tabLst>
                <a:tab pos="220345" algn="l"/>
              </a:tabLst>
            </a:pPr>
            <a:r>
              <a:rPr sz="1800" spc="160" dirty="0">
                <a:solidFill>
                  <a:srgbClr val="667085"/>
                </a:solidFill>
                <a:latin typeface="Trebuchet MS"/>
                <a:cs typeface="Trebuchet MS"/>
              </a:rPr>
              <a:t>Скорость</a:t>
            </a:r>
            <a:r>
              <a:rPr sz="1800" spc="3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5" dirty="0">
                <a:solidFill>
                  <a:srgbClr val="667085"/>
                </a:solidFill>
                <a:latin typeface="Trebuchet MS"/>
                <a:cs typeface="Trebuchet MS"/>
              </a:rPr>
              <a:t>подготовки</a:t>
            </a:r>
            <a:endParaRPr sz="1800">
              <a:latin typeface="Trebuchet MS"/>
              <a:cs typeface="Trebuchet MS"/>
            </a:endParaRPr>
          </a:p>
          <a:p>
            <a:pPr marL="220345" indent="-207645">
              <a:lnSpc>
                <a:spcPct val="100000"/>
              </a:lnSpc>
              <a:spcBef>
                <a:spcPts val="395"/>
              </a:spcBef>
              <a:buChar char="•"/>
              <a:tabLst>
                <a:tab pos="220345" algn="l"/>
              </a:tabLst>
            </a:pP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Безупречное</a:t>
            </a:r>
            <a:r>
              <a:rPr sz="1800" spc="6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45" dirty="0">
                <a:solidFill>
                  <a:srgbClr val="667085"/>
                </a:solidFill>
                <a:latin typeface="Trebuchet MS"/>
                <a:cs typeface="Trebuchet MS"/>
              </a:rPr>
              <a:t>качество</a:t>
            </a:r>
            <a:r>
              <a:rPr sz="1800" spc="6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35" dirty="0">
                <a:solidFill>
                  <a:srgbClr val="667085"/>
                </a:solidFill>
                <a:latin typeface="Trebuchet MS"/>
                <a:cs typeface="Trebuchet MS"/>
              </a:rPr>
              <a:t>оформления</a:t>
            </a:r>
            <a:endParaRPr sz="1800">
              <a:latin typeface="Trebuchet MS"/>
              <a:cs typeface="Trebuchet MS"/>
            </a:endParaRPr>
          </a:p>
          <a:p>
            <a:pPr marL="220345" indent="-207645">
              <a:lnSpc>
                <a:spcPct val="100000"/>
              </a:lnSpc>
              <a:spcBef>
                <a:spcPts val="395"/>
              </a:spcBef>
              <a:buChar char="•"/>
              <a:tabLst>
                <a:tab pos="220345" algn="l"/>
              </a:tabLst>
            </a:pPr>
            <a:r>
              <a:rPr sz="1800" spc="180" dirty="0">
                <a:solidFill>
                  <a:srgbClr val="667085"/>
                </a:solidFill>
                <a:latin typeface="Trebuchet MS"/>
                <a:cs typeface="Trebuchet MS"/>
              </a:rPr>
              <a:t>Надёжность</a:t>
            </a:r>
            <a:r>
              <a:rPr sz="1800" spc="3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и</a:t>
            </a:r>
            <a:r>
              <a:rPr sz="1800" spc="4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5" dirty="0">
                <a:solidFill>
                  <a:srgbClr val="667085"/>
                </a:solidFill>
                <a:latin typeface="Trebuchet MS"/>
                <a:cs typeface="Trebuchet MS"/>
              </a:rPr>
              <a:t>соответствие</a:t>
            </a:r>
            <a:r>
              <a:rPr sz="1800" spc="3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70" dirty="0">
                <a:solidFill>
                  <a:srgbClr val="667085"/>
                </a:solidFill>
                <a:latin typeface="Trebuchet MS"/>
                <a:cs typeface="Trebuchet MS"/>
              </a:rPr>
              <a:t>стандартам</a:t>
            </a:r>
            <a:endParaRPr sz="1800">
              <a:latin typeface="Trebuchet MS"/>
              <a:cs typeface="Trebuchet MS"/>
            </a:endParaRPr>
          </a:p>
          <a:p>
            <a:pPr marL="220345" indent="-207645">
              <a:lnSpc>
                <a:spcPct val="100000"/>
              </a:lnSpc>
              <a:spcBef>
                <a:spcPts val="395"/>
              </a:spcBef>
              <a:buChar char="•"/>
              <a:tabLst>
                <a:tab pos="220345" algn="l"/>
              </a:tabLst>
            </a:pPr>
            <a:r>
              <a:rPr sz="1800" spc="170" dirty="0">
                <a:solidFill>
                  <a:srgbClr val="667085"/>
                </a:solidFill>
                <a:latin typeface="Trebuchet MS"/>
                <a:cs typeface="Trebuchet MS"/>
              </a:rPr>
              <a:t>Интуитивная</a:t>
            </a:r>
            <a:r>
              <a:rPr sz="1800" spc="6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70" dirty="0">
                <a:solidFill>
                  <a:srgbClr val="667085"/>
                </a:solidFill>
                <a:latin typeface="Trebuchet MS"/>
                <a:cs typeface="Trebuchet MS"/>
              </a:rPr>
              <a:t>простота</a:t>
            </a:r>
            <a:r>
              <a:rPr sz="1800" spc="7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667085"/>
                </a:solidFill>
                <a:latin typeface="Trebuchet MS"/>
                <a:cs typeface="Trebuchet MS"/>
              </a:rPr>
              <a:t>использования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29679" y="6166776"/>
            <a:ext cx="8586470" cy="2932430"/>
            <a:chOff x="942379" y="6806075"/>
            <a:chExt cx="8586470" cy="2932430"/>
          </a:xfrm>
        </p:grpSpPr>
        <p:sp>
          <p:nvSpPr>
            <p:cNvPr id="13" name="object 13"/>
            <p:cNvSpPr/>
            <p:nvPr/>
          </p:nvSpPr>
          <p:spPr>
            <a:xfrm>
              <a:off x="942379" y="6806075"/>
              <a:ext cx="8586470" cy="2932430"/>
            </a:xfrm>
            <a:custGeom>
              <a:avLst/>
              <a:gdLst/>
              <a:ahLst/>
              <a:cxnLst/>
              <a:rect l="l" t="t" r="r" b="b"/>
              <a:pathLst>
                <a:path w="8586470" h="2932429">
                  <a:moveTo>
                    <a:pt x="8334824" y="0"/>
                  </a:moveTo>
                  <a:lnTo>
                    <a:pt x="251301" y="0"/>
                  </a:lnTo>
                  <a:lnTo>
                    <a:pt x="206095" y="4044"/>
                  </a:lnTo>
                  <a:lnTo>
                    <a:pt x="163561" y="15707"/>
                  </a:lnTo>
                  <a:lnTo>
                    <a:pt x="124407" y="34281"/>
                  </a:lnTo>
                  <a:lnTo>
                    <a:pt x="89337" y="59060"/>
                  </a:lnTo>
                  <a:lnTo>
                    <a:pt x="59060" y="89337"/>
                  </a:lnTo>
                  <a:lnTo>
                    <a:pt x="34281" y="124407"/>
                  </a:lnTo>
                  <a:lnTo>
                    <a:pt x="15707" y="163561"/>
                  </a:lnTo>
                  <a:lnTo>
                    <a:pt x="4044" y="206095"/>
                  </a:lnTo>
                  <a:lnTo>
                    <a:pt x="0" y="251301"/>
                  </a:lnTo>
                  <a:lnTo>
                    <a:pt x="0" y="2680546"/>
                  </a:lnTo>
                  <a:lnTo>
                    <a:pt x="4044" y="2725752"/>
                  </a:lnTo>
                  <a:lnTo>
                    <a:pt x="15707" y="2768286"/>
                  </a:lnTo>
                  <a:lnTo>
                    <a:pt x="34281" y="2807440"/>
                  </a:lnTo>
                  <a:lnTo>
                    <a:pt x="59060" y="2842510"/>
                  </a:lnTo>
                  <a:lnTo>
                    <a:pt x="89337" y="2872787"/>
                  </a:lnTo>
                  <a:lnTo>
                    <a:pt x="124407" y="2897566"/>
                  </a:lnTo>
                  <a:lnTo>
                    <a:pt x="163561" y="2916140"/>
                  </a:lnTo>
                  <a:lnTo>
                    <a:pt x="206095" y="2927803"/>
                  </a:lnTo>
                  <a:lnTo>
                    <a:pt x="251301" y="2931847"/>
                  </a:lnTo>
                  <a:lnTo>
                    <a:pt x="8334824" y="2931847"/>
                  </a:lnTo>
                  <a:lnTo>
                    <a:pt x="8380030" y="2927803"/>
                  </a:lnTo>
                  <a:lnTo>
                    <a:pt x="8422564" y="2916140"/>
                  </a:lnTo>
                  <a:lnTo>
                    <a:pt x="8461718" y="2897566"/>
                  </a:lnTo>
                  <a:lnTo>
                    <a:pt x="8496788" y="2872787"/>
                  </a:lnTo>
                  <a:lnTo>
                    <a:pt x="8527065" y="2842510"/>
                  </a:lnTo>
                  <a:lnTo>
                    <a:pt x="8551844" y="2807440"/>
                  </a:lnTo>
                  <a:lnTo>
                    <a:pt x="8570418" y="2768286"/>
                  </a:lnTo>
                  <a:lnTo>
                    <a:pt x="8582081" y="2725752"/>
                  </a:lnTo>
                  <a:lnTo>
                    <a:pt x="8586126" y="2680546"/>
                  </a:lnTo>
                  <a:lnTo>
                    <a:pt x="8586126" y="251301"/>
                  </a:lnTo>
                  <a:lnTo>
                    <a:pt x="8582081" y="206095"/>
                  </a:lnTo>
                  <a:lnTo>
                    <a:pt x="8570418" y="163561"/>
                  </a:lnTo>
                  <a:lnTo>
                    <a:pt x="8551844" y="124407"/>
                  </a:lnTo>
                  <a:lnTo>
                    <a:pt x="8527065" y="89337"/>
                  </a:lnTo>
                  <a:lnTo>
                    <a:pt x="8496788" y="59060"/>
                  </a:lnTo>
                  <a:lnTo>
                    <a:pt x="8461718" y="34281"/>
                  </a:lnTo>
                  <a:lnTo>
                    <a:pt x="8422564" y="15707"/>
                  </a:lnTo>
                  <a:lnTo>
                    <a:pt x="8380030" y="4044"/>
                  </a:lnTo>
                  <a:lnTo>
                    <a:pt x="83348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93680" y="6806075"/>
              <a:ext cx="8083550" cy="104775"/>
            </a:xfrm>
            <a:custGeom>
              <a:avLst/>
              <a:gdLst/>
              <a:ahLst/>
              <a:cxnLst/>
              <a:rect l="l" t="t" r="r" b="b"/>
              <a:pathLst>
                <a:path w="8083550" h="104775">
                  <a:moveTo>
                    <a:pt x="8031169" y="0"/>
                  </a:moveTo>
                  <a:lnTo>
                    <a:pt x="52354" y="0"/>
                  </a:lnTo>
                  <a:lnTo>
                    <a:pt x="31964" y="4110"/>
                  </a:lnTo>
                  <a:lnTo>
                    <a:pt x="15324" y="15324"/>
                  </a:lnTo>
                  <a:lnTo>
                    <a:pt x="4110" y="31964"/>
                  </a:lnTo>
                  <a:lnTo>
                    <a:pt x="0" y="52354"/>
                  </a:lnTo>
                  <a:lnTo>
                    <a:pt x="4110" y="72744"/>
                  </a:lnTo>
                  <a:lnTo>
                    <a:pt x="15324" y="89384"/>
                  </a:lnTo>
                  <a:lnTo>
                    <a:pt x="31964" y="100598"/>
                  </a:lnTo>
                  <a:lnTo>
                    <a:pt x="52354" y="104708"/>
                  </a:lnTo>
                  <a:lnTo>
                    <a:pt x="8031169" y="104708"/>
                  </a:lnTo>
                  <a:lnTo>
                    <a:pt x="8051559" y="100598"/>
                  </a:lnTo>
                  <a:lnTo>
                    <a:pt x="8068199" y="89384"/>
                  </a:lnTo>
                  <a:lnTo>
                    <a:pt x="8079413" y="72744"/>
                  </a:lnTo>
                  <a:lnTo>
                    <a:pt x="8083523" y="52354"/>
                  </a:lnTo>
                  <a:lnTo>
                    <a:pt x="8079413" y="31964"/>
                  </a:lnTo>
                  <a:lnTo>
                    <a:pt x="8068199" y="15324"/>
                  </a:lnTo>
                  <a:lnTo>
                    <a:pt x="8051559" y="4110"/>
                  </a:lnTo>
                  <a:lnTo>
                    <a:pt x="8031169" y="0"/>
                  </a:lnTo>
                  <a:close/>
                </a:path>
              </a:pathLst>
            </a:custGeom>
            <a:solidFill>
              <a:srgbClr val="5D7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272989" y="6437647"/>
            <a:ext cx="6855459" cy="2280285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200" b="1" spc="254" dirty="0">
                <a:solidFill>
                  <a:srgbClr val="0F1828"/>
                </a:solidFill>
                <a:latin typeface="Trebuchet MS"/>
                <a:cs typeface="Trebuchet MS"/>
              </a:rPr>
              <a:t>3</a:t>
            </a:r>
            <a:r>
              <a:rPr sz="2200" b="1" spc="120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2200" b="1" spc="250" dirty="0">
                <a:solidFill>
                  <a:srgbClr val="0F1828"/>
                </a:solidFill>
                <a:latin typeface="Trebuchet MS"/>
                <a:cs typeface="Trebuchet MS"/>
              </a:rPr>
              <a:t>Основные</a:t>
            </a:r>
            <a:r>
              <a:rPr sz="2200" b="1" spc="125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2200" b="1" spc="260" dirty="0">
                <a:solidFill>
                  <a:srgbClr val="0F1828"/>
                </a:solidFill>
                <a:latin typeface="Trebuchet MS"/>
                <a:cs typeface="Trebuchet MS"/>
              </a:rPr>
              <a:t>проблемы</a:t>
            </a:r>
            <a:endParaRPr sz="2200">
              <a:latin typeface="Trebuchet MS"/>
              <a:cs typeface="Trebuchet MS"/>
            </a:endParaRPr>
          </a:p>
          <a:p>
            <a:pPr marL="220345" indent="-207645">
              <a:lnSpc>
                <a:spcPct val="100000"/>
              </a:lnSpc>
              <a:spcBef>
                <a:spcPts val="1225"/>
              </a:spcBef>
              <a:buChar char="•"/>
              <a:tabLst>
                <a:tab pos="220345" algn="l"/>
              </a:tabLst>
            </a:pPr>
            <a:r>
              <a:rPr sz="1800" spc="170" dirty="0">
                <a:solidFill>
                  <a:srgbClr val="667085"/>
                </a:solidFill>
                <a:latin typeface="Trebuchet MS"/>
                <a:cs typeface="Trebuchet MS"/>
              </a:rPr>
              <a:t>Нехватка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667085"/>
                </a:solidFill>
                <a:latin typeface="Trebuchet MS"/>
                <a:cs typeface="Trebuchet MS"/>
              </a:rPr>
              <a:t>времени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70" dirty="0">
                <a:solidFill>
                  <a:srgbClr val="667085"/>
                </a:solidFill>
                <a:latin typeface="Trebuchet MS"/>
                <a:cs typeface="Trebuchet MS"/>
              </a:rPr>
              <a:t>на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75" dirty="0">
                <a:solidFill>
                  <a:srgbClr val="667085"/>
                </a:solidFill>
                <a:latin typeface="Trebuchet MS"/>
                <a:cs typeface="Trebuchet MS"/>
              </a:rPr>
              <a:t>рутинную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5" dirty="0">
                <a:solidFill>
                  <a:srgbClr val="667085"/>
                </a:solidFill>
                <a:latin typeface="Trebuchet MS"/>
                <a:cs typeface="Trebuchet MS"/>
              </a:rPr>
              <a:t>работу</a:t>
            </a:r>
            <a:endParaRPr sz="1800">
              <a:latin typeface="Trebuchet MS"/>
              <a:cs typeface="Trebuchet MS"/>
            </a:endParaRPr>
          </a:p>
          <a:p>
            <a:pPr marL="220345" indent="-207645">
              <a:lnSpc>
                <a:spcPct val="100000"/>
              </a:lnSpc>
              <a:spcBef>
                <a:spcPts val="395"/>
              </a:spcBef>
              <a:buChar char="•"/>
              <a:tabLst>
                <a:tab pos="220345" algn="l"/>
              </a:tabLst>
            </a:pPr>
            <a:r>
              <a:rPr sz="1800" spc="185" dirty="0">
                <a:solidFill>
                  <a:srgbClr val="667085"/>
                </a:solidFill>
                <a:latin typeface="Trebuchet MS"/>
                <a:cs typeface="Trebuchet MS"/>
              </a:rPr>
              <a:t>Ошибки</a:t>
            </a:r>
            <a:r>
              <a:rPr sz="1800" spc="4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35" dirty="0">
                <a:solidFill>
                  <a:srgbClr val="667085"/>
                </a:solidFill>
                <a:latin typeface="Trebuchet MS"/>
                <a:cs typeface="Trebuchet MS"/>
              </a:rPr>
              <a:t>в</a:t>
            </a:r>
            <a:r>
              <a:rPr sz="1800" spc="4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0" dirty="0">
                <a:solidFill>
                  <a:srgbClr val="667085"/>
                </a:solidFill>
                <a:latin typeface="Trebuchet MS"/>
                <a:cs typeface="Trebuchet MS"/>
              </a:rPr>
              <a:t>форматировании</a:t>
            </a:r>
            <a:r>
              <a:rPr sz="1800" spc="4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и</a:t>
            </a:r>
            <a:r>
              <a:rPr sz="1800" spc="4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опечатки</a:t>
            </a:r>
            <a:endParaRPr sz="1800">
              <a:latin typeface="Trebuchet MS"/>
              <a:cs typeface="Trebuchet MS"/>
            </a:endParaRPr>
          </a:p>
          <a:p>
            <a:pPr marL="12700" marR="1136015" indent="207645">
              <a:lnSpc>
                <a:spcPct val="118300"/>
              </a:lnSpc>
              <a:buChar char="•"/>
              <a:tabLst>
                <a:tab pos="220345" algn="l"/>
              </a:tabLst>
            </a:pPr>
            <a:r>
              <a:rPr sz="1800" spc="170" dirty="0">
                <a:solidFill>
                  <a:srgbClr val="667085"/>
                </a:solidFill>
                <a:latin typeface="Trebuchet MS"/>
                <a:cs typeface="Trebuchet MS"/>
              </a:rPr>
              <a:t>Сложности</a:t>
            </a:r>
            <a:r>
              <a:rPr sz="1800" spc="3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90" dirty="0">
                <a:solidFill>
                  <a:srgbClr val="667085"/>
                </a:solidFill>
                <a:latin typeface="Trebuchet MS"/>
                <a:cs typeface="Trebuchet MS"/>
              </a:rPr>
              <a:t>с</a:t>
            </a:r>
            <a:r>
              <a:rPr sz="1800" spc="4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45" dirty="0">
                <a:solidFill>
                  <a:srgbClr val="667085"/>
                </a:solidFill>
                <a:latin typeface="Trebuchet MS"/>
                <a:cs typeface="Trebuchet MS"/>
              </a:rPr>
              <a:t>соблюдением</a:t>
            </a:r>
            <a:r>
              <a:rPr sz="1800" spc="3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5" dirty="0">
                <a:solidFill>
                  <a:srgbClr val="667085"/>
                </a:solidFill>
                <a:latin typeface="Trebuchet MS"/>
                <a:cs typeface="Trebuchet MS"/>
              </a:rPr>
              <a:t>корпоративных</a:t>
            </a:r>
            <a:r>
              <a:rPr sz="1800" spc="4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00" dirty="0">
                <a:solidFill>
                  <a:srgbClr val="667085"/>
                </a:solidFill>
                <a:latin typeface="Trebuchet MS"/>
                <a:cs typeface="Trebuchet MS"/>
              </a:rPr>
              <a:t>и </a:t>
            </a:r>
            <a:r>
              <a:rPr sz="1800" spc="160" dirty="0">
                <a:solidFill>
                  <a:srgbClr val="667085"/>
                </a:solidFill>
                <a:latin typeface="Trebuchet MS"/>
                <a:cs typeface="Trebuchet MS"/>
              </a:rPr>
              <a:t>государственных</a:t>
            </a:r>
            <a:r>
              <a:rPr sz="1800" spc="6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667085"/>
                </a:solidFill>
                <a:latin typeface="Trebuchet MS"/>
                <a:cs typeface="Trebuchet MS"/>
              </a:rPr>
              <a:t>требований</a:t>
            </a:r>
            <a:endParaRPr sz="1800">
              <a:latin typeface="Trebuchet MS"/>
              <a:cs typeface="Trebuchet MS"/>
            </a:endParaRPr>
          </a:p>
          <a:p>
            <a:pPr marL="220345" indent="-207645">
              <a:lnSpc>
                <a:spcPct val="100000"/>
              </a:lnSpc>
              <a:spcBef>
                <a:spcPts val="395"/>
              </a:spcBef>
              <a:buChar char="•"/>
              <a:tabLst>
                <a:tab pos="220345" algn="l"/>
              </a:tabLst>
            </a:pPr>
            <a:r>
              <a:rPr sz="1800" spc="155" dirty="0">
                <a:solidFill>
                  <a:srgbClr val="667085"/>
                </a:solidFill>
                <a:latin typeface="Trebuchet MS"/>
                <a:cs typeface="Trebuchet MS"/>
              </a:rPr>
              <a:t>Необходимость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5" dirty="0">
                <a:solidFill>
                  <a:srgbClr val="667085"/>
                </a:solidFill>
                <a:latin typeface="Trebuchet MS"/>
                <a:cs typeface="Trebuchet MS"/>
              </a:rPr>
              <a:t>многократных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0" dirty="0">
                <a:solidFill>
                  <a:srgbClr val="667085"/>
                </a:solidFill>
                <a:latin typeface="Trebuchet MS"/>
                <a:cs typeface="Trebuchet MS"/>
              </a:rPr>
              <a:t>правок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и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30" dirty="0">
                <a:solidFill>
                  <a:srgbClr val="667085"/>
                </a:solidFill>
                <a:latin typeface="Trebuchet MS"/>
                <a:cs typeface="Trebuchet MS"/>
              </a:rPr>
              <a:t>согласований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353476" y="6166776"/>
            <a:ext cx="8586470" cy="2932430"/>
            <a:chOff x="10366176" y="6806075"/>
            <a:chExt cx="8586470" cy="2932430"/>
          </a:xfrm>
        </p:grpSpPr>
        <p:sp>
          <p:nvSpPr>
            <p:cNvPr id="17" name="object 17"/>
            <p:cNvSpPr/>
            <p:nvPr/>
          </p:nvSpPr>
          <p:spPr>
            <a:xfrm>
              <a:off x="10366176" y="6806075"/>
              <a:ext cx="8586470" cy="2932430"/>
            </a:xfrm>
            <a:custGeom>
              <a:avLst/>
              <a:gdLst/>
              <a:ahLst/>
              <a:cxnLst/>
              <a:rect l="l" t="t" r="r" b="b"/>
              <a:pathLst>
                <a:path w="8586469" h="2932429">
                  <a:moveTo>
                    <a:pt x="8334824" y="0"/>
                  </a:moveTo>
                  <a:lnTo>
                    <a:pt x="251301" y="0"/>
                  </a:lnTo>
                  <a:lnTo>
                    <a:pt x="206095" y="4044"/>
                  </a:lnTo>
                  <a:lnTo>
                    <a:pt x="163562" y="15707"/>
                  </a:lnTo>
                  <a:lnTo>
                    <a:pt x="124408" y="34281"/>
                  </a:lnTo>
                  <a:lnTo>
                    <a:pt x="89338" y="59060"/>
                  </a:lnTo>
                  <a:lnTo>
                    <a:pt x="59060" y="89337"/>
                  </a:lnTo>
                  <a:lnTo>
                    <a:pt x="34281" y="124407"/>
                  </a:lnTo>
                  <a:lnTo>
                    <a:pt x="15707" y="163561"/>
                  </a:lnTo>
                  <a:lnTo>
                    <a:pt x="4044" y="206095"/>
                  </a:lnTo>
                  <a:lnTo>
                    <a:pt x="0" y="251301"/>
                  </a:lnTo>
                  <a:lnTo>
                    <a:pt x="0" y="2680546"/>
                  </a:lnTo>
                  <a:lnTo>
                    <a:pt x="4044" y="2725752"/>
                  </a:lnTo>
                  <a:lnTo>
                    <a:pt x="15707" y="2768286"/>
                  </a:lnTo>
                  <a:lnTo>
                    <a:pt x="34281" y="2807440"/>
                  </a:lnTo>
                  <a:lnTo>
                    <a:pt x="59060" y="2842510"/>
                  </a:lnTo>
                  <a:lnTo>
                    <a:pt x="89338" y="2872787"/>
                  </a:lnTo>
                  <a:lnTo>
                    <a:pt x="124408" y="2897566"/>
                  </a:lnTo>
                  <a:lnTo>
                    <a:pt x="163562" y="2916140"/>
                  </a:lnTo>
                  <a:lnTo>
                    <a:pt x="206095" y="2927803"/>
                  </a:lnTo>
                  <a:lnTo>
                    <a:pt x="251301" y="2931847"/>
                  </a:lnTo>
                  <a:lnTo>
                    <a:pt x="8334824" y="2931847"/>
                  </a:lnTo>
                  <a:lnTo>
                    <a:pt x="8380030" y="2927803"/>
                  </a:lnTo>
                  <a:lnTo>
                    <a:pt x="8422563" y="2916140"/>
                  </a:lnTo>
                  <a:lnTo>
                    <a:pt x="8461717" y="2897566"/>
                  </a:lnTo>
                  <a:lnTo>
                    <a:pt x="8496787" y="2872787"/>
                  </a:lnTo>
                  <a:lnTo>
                    <a:pt x="8527065" y="2842510"/>
                  </a:lnTo>
                  <a:lnTo>
                    <a:pt x="8551844" y="2807440"/>
                  </a:lnTo>
                  <a:lnTo>
                    <a:pt x="8570418" y="2768286"/>
                  </a:lnTo>
                  <a:lnTo>
                    <a:pt x="8582081" y="2725752"/>
                  </a:lnTo>
                  <a:lnTo>
                    <a:pt x="8586126" y="2680546"/>
                  </a:lnTo>
                  <a:lnTo>
                    <a:pt x="8586126" y="251301"/>
                  </a:lnTo>
                  <a:lnTo>
                    <a:pt x="8582081" y="206095"/>
                  </a:lnTo>
                  <a:lnTo>
                    <a:pt x="8570418" y="163561"/>
                  </a:lnTo>
                  <a:lnTo>
                    <a:pt x="8551844" y="124407"/>
                  </a:lnTo>
                  <a:lnTo>
                    <a:pt x="8527065" y="89337"/>
                  </a:lnTo>
                  <a:lnTo>
                    <a:pt x="8496787" y="59060"/>
                  </a:lnTo>
                  <a:lnTo>
                    <a:pt x="8461717" y="34281"/>
                  </a:lnTo>
                  <a:lnTo>
                    <a:pt x="8422563" y="15707"/>
                  </a:lnTo>
                  <a:lnTo>
                    <a:pt x="8380030" y="4044"/>
                  </a:lnTo>
                  <a:lnTo>
                    <a:pt x="83348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617477" y="6806075"/>
              <a:ext cx="8083550" cy="104775"/>
            </a:xfrm>
            <a:custGeom>
              <a:avLst/>
              <a:gdLst/>
              <a:ahLst/>
              <a:cxnLst/>
              <a:rect l="l" t="t" r="r" b="b"/>
              <a:pathLst>
                <a:path w="8083550" h="104775">
                  <a:moveTo>
                    <a:pt x="8031169" y="0"/>
                  </a:moveTo>
                  <a:lnTo>
                    <a:pt x="52354" y="0"/>
                  </a:lnTo>
                  <a:lnTo>
                    <a:pt x="31964" y="4110"/>
                  </a:lnTo>
                  <a:lnTo>
                    <a:pt x="15324" y="15324"/>
                  </a:lnTo>
                  <a:lnTo>
                    <a:pt x="4110" y="31964"/>
                  </a:lnTo>
                  <a:lnTo>
                    <a:pt x="0" y="52354"/>
                  </a:lnTo>
                  <a:lnTo>
                    <a:pt x="4110" y="72744"/>
                  </a:lnTo>
                  <a:lnTo>
                    <a:pt x="15324" y="89384"/>
                  </a:lnTo>
                  <a:lnTo>
                    <a:pt x="31964" y="100598"/>
                  </a:lnTo>
                  <a:lnTo>
                    <a:pt x="52354" y="104708"/>
                  </a:lnTo>
                  <a:lnTo>
                    <a:pt x="8031169" y="104708"/>
                  </a:lnTo>
                  <a:lnTo>
                    <a:pt x="8051559" y="100598"/>
                  </a:lnTo>
                  <a:lnTo>
                    <a:pt x="8068199" y="89384"/>
                  </a:lnTo>
                  <a:lnTo>
                    <a:pt x="8079413" y="72744"/>
                  </a:lnTo>
                  <a:lnTo>
                    <a:pt x="8083523" y="52354"/>
                  </a:lnTo>
                  <a:lnTo>
                    <a:pt x="8079413" y="31964"/>
                  </a:lnTo>
                  <a:lnTo>
                    <a:pt x="8068199" y="15324"/>
                  </a:lnTo>
                  <a:lnTo>
                    <a:pt x="8051559" y="4110"/>
                  </a:lnTo>
                  <a:lnTo>
                    <a:pt x="8031169" y="0"/>
                  </a:lnTo>
                  <a:close/>
                </a:path>
              </a:pathLst>
            </a:custGeom>
            <a:solidFill>
              <a:srgbClr val="5D7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696786" y="6437647"/>
            <a:ext cx="7123430" cy="2280285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200" b="1" spc="254" dirty="0">
                <a:solidFill>
                  <a:srgbClr val="0F1828"/>
                </a:solidFill>
                <a:latin typeface="Trebuchet MS"/>
                <a:cs typeface="Trebuchet MS"/>
              </a:rPr>
              <a:t>4</a:t>
            </a:r>
            <a:r>
              <a:rPr sz="2200" b="1" spc="120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2200" b="1" spc="300" dirty="0">
                <a:solidFill>
                  <a:srgbClr val="0F1828"/>
                </a:solidFill>
                <a:latin typeface="Trebuchet MS"/>
                <a:cs typeface="Trebuchet MS"/>
              </a:rPr>
              <a:t>Ожидания</a:t>
            </a:r>
            <a:r>
              <a:rPr sz="2200" b="1" spc="120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2200" b="1" spc="235" dirty="0">
                <a:solidFill>
                  <a:srgbClr val="0F1828"/>
                </a:solidFill>
                <a:latin typeface="Trebuchet MS"/>
                <a:cs typeface="Trebuchet MS"/>
              </a:rPr>
              <a:t>пользователей</a:t>
            </a:r>
            <a:endParaRPr sz="2200">
              <a:latin typeface="Trebuchet MS"/>
              <a:cs typeface="Trebuchet MS"/>
            </a:endParaRPr>
          </a:p>
          <a:p>
            <a:pPr marL="220345" indent="-207645">
              <a:lnSpc>
                <a:spcPct val="100000"/>
              </a:lnSpc>
              <a:spcBef>
                <a:spcPts val="1225"/>
              </a:spcBef>
              <a:buChar char="•"/>
              <a:tabLst>
                <a:tab pos="220345" algn="l"/>
              </a:tabLst>
            </a:pPr>
            <a:r>
              <a:rPr sz="1800" spc="165" dirty="0">
                <a:solidFill>
                  <a:srgbClr val="667085"/>
                </a:solidFill>
                <a:latin typeface="Trebuchet MS"/>
                <a:cs typeface="Trebuchet MS"/>
              </a:rPr>
              <a:t>Быстрое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45" dirty="0">
                <a:solidFill>
                  <a:srgbClr val="667085"/>
                </a:solidFill>
                <a:latin typeface="Trebuchet MS"/>
                <a:cs typeface="Trebuchet MS"/>
              </a:rPr>
              <a:t>получение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0" dirty="0">
                <a:solidFill>
                  <a:srgbClr val="667085"/>
                </a:solidFill>
                <a:latin typeface="Trebuchet MS"/>
                <a:cs typeface="Trebuchet MS"/>
              </a:rPr>
              <a:t>готового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5" dirty="0">
                <a:solidFill>
                  <a:srgbClr val="667085"/>
                </a:solidFill>
                <a:latin typeface="Trebuchet MS"/>
                <a:cs typeface="Trebuchet MS"/>
              </a:rPr>
              <a:t>документа</a:t>
            </a:r>
            <a:endParaRPr sz="1800">
              <a:latin typeface="Trebuchet MS"/>
              <a:cs typeface="Trebuchet MS"/>
            </a:endParaRPr>
          </a:p>
          <a:p>
            <a:pPr marL="220345" indent="-207645">
              <a:lnSpc>
                <a:spcPct val="100000"/>
              </a:lnSpc>
              <a:spcBef>
                <a:spcPts val="395"/>
              </a:spcBef>
              <a:buChar char="•"/>
              <a:tabLst>
                <a:tab pos="220345" algn="l"/>
              </a:tabLst>
            </a:pP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Автоматическое</a:t>
            </a:r>
            <a:r>
              <a:rPr sz="180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соблюдение</a:t>
            </a:r>
            <a:r>
              <a:rPr sz="1800" spc="6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30" dirty="0">
                <a:solidFill>
                  <a:srgbClr val="667085"/>
                </a:solidFill>
                <a:latin typeface="Trebuchet MS"/>
                <a:cs typeface="Trebuchet MS"/>
              </a:rPr>
              <a:t>всех</a:t>
            </a:r>
            <a:r>
              <a:rPr sz="1800" spc="6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667085"/>
                </a:solidFill>
                <a:latin typeface="Trebuchet MS"/>
                <a:cs typeface="Trebuchet MS"/>
              </a:rPr>
              <a:t>регламентов</a:t>
            </a:r>
            <a:endParaRPr sz="1800">
              <a:latin typeface="Trebuchet MS"/>
              <a:cs typeface="Trebuchet MS"/>
            </a:endParaRPr>
          </a:p>
          <a:p>
            <a:pPr marL="12700" marR="5080" indent="207645">
              <a:lnSpc>
                <a:spcPct val="118300"/>
              </a:lnSpc>
              <a:buChar char="•"/>
              <a:tabLst>
                <a:tab pos="220345" algn="l"/>
              </a:tabLst>
            </a:pPr>
            <a:r>
              <a:rPr sz="1800" spc="165" dirty="0">
                <a:solidFill>
                  <a:srgbClr val="667085"/>
                </a:solidFill>
                <a:latin typeface="Trebuchet MS"/>
                <a:cs typeface="Trebuchet MS"/>
              </a:rPr>
              <a:t>Возможность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5" dirty="0">
                <a:solidFill>
                  <a:srgbClr val="667085"/>
                </a:solidFill>
                <a:latin typeface="Trebuchet MS"/>
                <a:cs typeface="Trebuchet MS"/>
              </a:rPr>
              <a:t>лёгкого</a:t>
            </a:r>
            <a:r>
              <a:rPr sz="180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0" dirty="0">
                <a:solidFill>
                  <a:srgbClr val="667085"/>
                </a:solidFill>
                <a:latin typeface="Trebuchet MS"/>
                <a:cs typeface="Trebuchet MS"/>
              </a:rPr>
              <a:t>редактирования</a:t>
            </a:r>
            <a:r>
              <a:rPr sz="180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и</a:t>
            </a:r>
            <a:r>
              <a:rPr sz="180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90" dirty="0">
                <a:solidFill>
                  <a:srgbClr val="667085"/>
                </a:solidFill>
                <a:latin typeface="Trebuchet MS"/>
                <a:cs typeface="Trebuchet MS"/>
              </a:rPr>
              <a:t>адаптации</a:t>
            </a:r>
            <a:r>
              <a:rPr sz="180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под </a:t>
            </a:r>
            <a:r>
              <a:rPr sz="1800" spc="140" dirty="0">
                <a:solidFill>
                  <a:srgbClr val="667085"/>
                </a:solidFill>
                <a:latin typeface="Trebuchet MS"/>
                <a:cs typeface="Trebuchet MS"/>
              </a:rPr>
              <a:t>специфические</a:t>
            </a:r>
            <a:r>
              <a:rPr sz="1800" spc="4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95" dirty="0">
                <a:solidFill>
                  <a:srgbClr val="667085"/>
                </a:solidFill>
                <a:latin typeface="Trebuchet MS"/>
                <a:cs typeface="Trebuchet MS"/>
              </a:rPr>
              <a:t>нужды</a:t>
            </a:r>
            <a:endParaRPr sz="1800">
              <a:latin typeface="Trebuchet MS"/>
              <a:cs typeface="Trebuchet MS"/>
            </a:endParaRPr>
          </a:p>
          <a:p>
            <a:pPr marL="220345" indent="-207645">
              <a:lnSpc>
                <a:spcPct val="100000"/>
              </a:lnSpc>
              <a:spcBef>
                <a:spcPts val="395"/>
              </a:spcBef>
              <a:buChar char="•"/>
              <a:tabLst>
                <a:tab pos="220345" algn="l"/>
              </a:tabLst>
            </a:pPr>
            <a:r>
              <a:rPr sz="1800" spc="155" dirty="0">
                <a:solidFill>
                  <a:srgbClr val="667085"/>
                </a:solidFill>
                <a:latin typeface="Trebuchet MS"/>
                <a:cs typeface="Trebuchet MS"/>
              </a:rPr>
              <a:t>Сохранение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667085"/>
                </a:solidFill>
                <a:latin typeface="Trebuchet MS"/>
                <a:cs typeface="Trebuchet MS"/>
              </a:rPr>
              <a:t>времени</a:t>
            </a:r>
            <a:r>
              <a:rPr sz="180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5" dirty="0">
                <a:solidFill>
                  <a:srgbClr val="667085"/>
                </a:solidFill>
                <a:latin typeface="Trebuchet MS"/>
                <a:cs typeface="Trebuchet MS"/>
              </a:rPr>
              <a:t>для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25" dirty="0">
                <a:solidFill>
                  <a:srgbClr val="667085"/>
                </a:solidFill>
                <a:latin typeface="Trebuchet MS"/>
                <a:cs typeface="Trebuchet MS"/>
              </a:rPr>
              <a:t>более</a:t>
            </a:r>
            <a:r>
              <a:rPr sz="180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5" dirty="0">
                <a:solidFill>
                  <a:srgbClr val="667085"/>
                </a:solidFill>
                <a:latin typeface="Trebuchet MS"/>
                <a:cs typeface="Trebuchet MS"/>
              </a:rPr>
              <a:t>стратегических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45" dirty="0">
                <a:solidFill>
                  <a:srgbClr val="667085"/>
                </a:solidFill>
                <a:latin typeface="Trebuchet MS"/>
                <a:cs typeface="Trebuchet MS"/>
              </a:rPr>
              <a:t>задач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200" dirty="0"/>
              <a:t>DOCHELPER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9079578" y="10366253"/>
            <a:ext cx="252095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120" dirty="0">
                <a:solidFill>
                  <a:srgbClr val="667085"/>
                </a:solidFill>
                <a:latin typeface="Trebuchet MS"/>
                <a:cs typeface="Trebuchet MS"/>
              </a:rPr>
              <a:t>04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79578" y="10353476"/>
            <a:ext cx="2520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20" dirty="0">
                <a:solidFill>
                  <a:srgbClr val="667085"/>
                </a:solidFill>
                <a:latin typeface="Trebuchet MS"/>
                <a:cs typeface="Trebuchet MS"/>
              </a:rPr>
              <a:t>05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9679" y="741203"/>
            <a:ext cx="786130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175" dirty="0">
                <a:solidFill>
                  <a:srgbClr val="315DFB"/>
                </a:solidFill>
                <a:latin typeface="Trebuchet MS"/>
                <a:cs typeface="Trebuchet MS"/>
              </a:rPr>
              <a:t>04</a:t>
            </a:r>
            <a:r>
              <a:rPr sz="1450" b="1" spc="65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1450" b="1" dirty="0">
                <a:solidFill>
                  <a:srgbClr val="315DFB"/>
                </a:solidFill>
                <a:latin typeface="Trebuchet MS"/>
                <a:cs typeface="Trebuchet MS"/>
              </a:rPr>
              <a:t>/</a:t>
            </a:r>
            <a:r>
              <a:rPr sz="1450" b="1" spc="65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1450" b="1" spc="215" dirty="0">
                <a:solidFill>
                  <a:srgbClr val="315DFB"/>
                </a:solidFill>
                <a:latin typeface="Trebuchet MS"/>
                <a:cs typeface="Trebuchet MS"/>
              </a:rPr>
              <a:t>UX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0" dirty="0"/>
              <a:t>Визуальное</a:t>
            </a:r>
            <a:r>
              <a:rPr spc="210" dirty="0"/>
              <a:t> </a:t>
            </a:r>
            <a:r>
              <a:rPr spc="520" dirty="0"/>
              <a:t>оформление</a:t>
            </a:r>
            <a:r>
              <a:rPr spc="225" dirty="0"/>
              <a:t> </a:t>
            </a:r>
            <a:r>
              <a:rPr spc="425" dirty="0"/>
              <a:t>и</a:t>
            </a:r>
            <a:r>
              <a:rPr spc="225" dirty="0"/>
              <a:t> </a:t>
            </a:r>
            <a:r>
              <a:rPr spc="500" dirty="0"/>
              <a:t>дизайн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9679" y="2965220"/>
            <a:ext cx="17189450" cy="821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700"/>
              </a:lnSpc>
              <a:spcBef>
                <a:spcPts val="95"/>
              </a:spcBef>
            </a:pPr>
            <a:r>
              <a:rPr sz="2200" spc="280" dirty="0">
                <a:solidFill>
                  <a:srgbClr val="1C2838"/>
                </a:solidFill>
                <a:latin typeface="Trebuchet MS"/>
                <a:cs typeface="Trebuchet MS"/>
              </a:rPr>
              <a:t>Наш</a:t>
            </a:r>
            <a:r>
              <a:rPr sz="2200" spc="55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200" spc="215" dirty="0">
                <a:solidFill>
                  <a:srgbClr val="1C2838"/>
                </a:solidFill>
                <a:latin typeface="Trebuchet MS"/>
                <a:cs typeface="Trebuchet MS"/>
              </a:rPr>
              <a:t>подход</a:t>
            </a:r>
            <a:r>
              <a:rPr sz="2200" spc="55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200" spc="200" dirty="0">
                <a:solidFill>
                  <a:srgbClr val="1C2838"/>
                </a:solidFill>
                <a:latin typeface="Trebuchet MS"/>
                <a:cs typeface="Trebuchet MS"/>
              </a:rPr>
              <a:t>к</a:t>
            </a:r>
            <a:r>
              <a:rPr sz="2200" spc="55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200" spc="210" dirty="0">
                <a:solidFill>
                  <a:srgbClr val="1C2838"/>
                </a:solidFill>
                <a:latin typeface="Trebuchet MS"/>
                <a:cs typeface="Trebuchet MS"/>
              </a:rPr>
              <a:t>дизайну</a:t>
            </a:r>
            <a:r>
              <a:rPr sz="22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200" spc="155" dirty="0">
                <a:solidFill>
                  <a:srgbClr val="1C2838"/>
                </a:solidFill>
                <a:latin typeface="Trebuchet MS"/>
                <a:cs typeface="Trebuchet MS"/>
              </a:rPr>
              <a:t>DocHelper</a:t>
            </a:r>
            <a:r>
              <a:rPr sz="2200" spc="55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200" spc="185" dirty="0">
                <a:solidFill>
                  <a:srgbClr val="1C2838"/>
                </a:solidFill>
                <a:latin typeface="Trebuchet MS"/>
                <a:cs typeface="Trebuchet MS"/>
              </a:rPr>
              <a:t>сосредоточен</a:t>
            </a:r>
            <a:r>
              <a:rPr sz="2200" spc="55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200" spc="220" dirty="0">
                <a:solidFill>
                  <a:srgbClr val="1C2838"/>
                </a:solidFill>
                <a:latin typeface="Trebuchet MS"/>
                <a:cs typeface="Trebuchet MS"/>
              </a:rPr>
              <a:t>на</a:t>
            </a:r>
            <a:r>
              <a:rPr sz="22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200" spc="185" dirty="0">
                <a:solidFill>
                  <a:srgbClr val="1C2838"/>
                </a:solidFill>
                <a:latin typeface="Trebuchet MS"/>
                <a:cs typeface="Trebuchet MS"/>
              </a:rPr>
              <a:t>создании</a:t>
            </a:r>
            <a:r>
              <a:rPr sz="2200" spc="55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200" spc="195" dirty="0">
                <a:solidFill>
                  <a:srgbClr val="1C2838"/>
                </a:solidFill>
                <a:latin typeface="Trebuchet MS"/>
                <a:cs typeface="Trebuchet MS"/>
              </a:rPr>
              <a:t>удобного</a:t>
            </a:r>
            <a:r>
              <a:rPr sz="2200" spc="55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200" spc="175" dirty="0">
                <a:solidFill>
                  <a:srgbClr val="1C2838"/>
                </a:solidFill>
                <a:latin typeface="Trebuchet MS"/>
                <a:cs typeface="Trebuchet MS"/>
              </a:rPr>
              <a:t>и</a:t>
            </a:r>
            <a:r>
              <a:rPr sz="22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200" spc="185" dirty="0">
                <a:solidFill>
                  <a:srgbClr val="1C2838"/>
                </a:solidFill>
                <a:latin typeface="Trebuchet MS"/>
                <a:cs typeface="Trebuchet MS"/>
              </a:rPr>
              <a:t>эффективного</a:t>
            </a:r>
            <a:r>
              <a:rPr sz="2200" spc="55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200" spc="190" dirty="0">
                <a:solidFill>
                  <a:srgbClr val="1C2838"/>
                </a:solidFill>
                <a:latin typeface="Trebuchet MS"/>
                <a:cs typeface="Trebuchet MS"/>
              </a:rPr>
              <a:t>пользовательского</a:t>
            </a:r>
            <a:r>
              <a:rPr sz="2200" spc="55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200" spc="170" dirty="0">
                <a:solidFill>
                  <a:srgbClr val="1C2838"/>
                </a:solidFill>
                <a:latin typeface="Trebuchet MS"/>
                <a:cs typeface="Trebuchet MS"/>
              </a:rPr>
              <a:t>опыта, </a:t>
            </a:r>
            <a:r>
              <a:rPr sz="2200" spc="204" dirty="0">
                <a:solidFill>
                  <a:srgbClr val="1C2838"/>
                </a:solidFill>
                <a:latin typeface="Trebuchet MS"/>
                <a:cs typeface="Trebuchet MS"/>
              </a:rPr>
              <a:t>позволяющего</a:t>
            </a:r>
            <a:r>
              <a:rPr sz="22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200" spc="190" dirty="0">
                <a:solidFill>
                  <a:srgbClr val="1C2838"/>
                </a:solidFill>
                <a:latin typeface="Trebuchet MS"/>
                <a:cs typeface="Trebuchet MS"/>
              </a:rPr>
              <a:t>быстро</a:t>
            </a:r>
            <a:r>
              <a:rPr sz="22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200" spc="180" dirty="0">
                <a:solidFill>
                  <a:srgbClr val="1C2838"/>
                </a:solidFill>
                <a:latin typeface="Trebuchet MS"/>
                <a:cs typeface="Trebuchet MS"/>
              </a:rPr>
              <a:t>освоить</a:t>
            </a:r>
            <a:r>
              <a:rPr sz="22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200" spc="215" dirty="0">
                <a:solidFill>
                  <a:srgbClr val="1C2838"/>
                </a:solidFill>
                <a:latin typeface="Trebuchet MS"/>
                <a:cs typeface="Trebuchet MS"/>
              </a:rPr>
              <a:t>функции</a:t>
            </a:r>
            <a:r>
              <a:rPr sz="22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200" spc="210" dirty="0">
                <a:solidFill>
                  <a:srgbClr val="1C2838"/>
                </a:solidFill>
                <a:latin typeface="Trebuchet MS"/>
                <a:cs typeface="Trebuchet MS"/>
              </a:rPr>
              <a:t>приложения</a:t>
            </a:r>
            <a:r>
              <a:rPr sz="22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200" spc="175" dirty="0">
                <a:solidFill>
                  <a:srgbClr val="1C2838"/>
                </a:solidFill>
                <a:latin typeface="Trebuchet MS"/>
                <a:cs typeface="Trebuchet MS"/>
              </a:rPr>
              <a:t>и</a:t>
            </a:r>
            <a:r>
              <a:rPr sz="22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200" spc="204" dirty="0">
                <a:solidFill>
                  <a:srgbClr val="1C2838"/>
                </a:solidFill>
                <a:latin typeface="Trebuchet MS"/>
                <a:cs typeface="Trebuchet MS"/>
              </a:rPr>
              <a:t>выполнить</a:t>
            </a:r>
            <a:r>
              <a:rPr sz="22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200" spc="200" dirty="0">
                <a:solidFill>
                  <a:srgbClr val="1C2838"/>
                </a:solidFill>
                <a:latin typeface="Trebuchet MS"/>
                <a:cs typeface="Trebuchet MS"/>
              </a:rPr>
              <a:t>поставленные</a:t>
            </a:r>
            <a:r>
              <a:rPr sz="22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200" spc="145" dirty="0">
                <a:solidFill>
                  <a:srgbClr val="1C2838"/>
                </a:solidFill>
                <a:latin typeface="Trebuchet MS"/>
                <a:cs typeface="Trebuchet MS"/>
              </a:rPr>
              <a:t>задачи.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42379" y="4659543"/>
            <a:ext cx="5445125" cy="2356485"/>
            <a:chOff x="942379" y="4659543"/>
            <a:chExt cx="5445125" cy="2356485"/>
          </a:xfrm>
        </p:grpSpPr>
        <p:sp>
          <p:nvSpPr>
            <p:cNvPr id="7" name="object 7"/>
            <p:cNvSpPr/>
            <p:nvPr/>
          </p:nvSpPr>
          <p:spPr>
            <a:xfrm>
              <a:off x="942379" y="4659543"/>
              <a:ext cx="5445125" cy="2356485"/>
            </a:xfrm>
            <a:custGeom>
              <a:avLst/>
              <a:gdLst/>
              <a:ahLst/>
              <a:cxnLst/>
              <a:rect l="l" t="t" r="r" b="b"/>
              <a:pathLst>
                <a:path w="5445125" h="2356485">
                  <a:moveTo>
                    <a:pt x="5193559" y="0"/>
                  </a:moveTo>
                  <a:lnTo>
                    <a:pt x="251301" y="0"/>
                  </a:lnTo>
                  <a:lnTo>
                    <a:pt x="206095" y="4044"/>
                  </a:lnTo>
                  <a:lnTo>
                    <a:pt x="163561" y="15707"/>
                  </a:lnTo>
                  <a:lnTo>
                    <a:pt x="124407" y="34281"/>
                  </a:lnTo>
                  <a:lnTo>
                    <a:pt x="89337" y="59060"/>
                  </a:lnTo>
                  <a:lnTo>
                    <a:pt x="59060" y="89337"/>
                  </a:lnTo>
                  <a:lnTo>
                    <a:pt x="34281" y="124407"/>
                  </a:lnTo>
                  <a:lnTo>
                    <a:pt x="15707" y="163561"/>
                  </a:lnTo>
                  <a:lnTo>
                    <a:pt x="4044" y="206095"/>
                  </a:lnTo>
                  <a:lnTo>
                    <a:pt x="0" y="251301"/>
                  </a:lnTo>
                  <a:lnTo>
                    <a:pt x="0" y="2104647"/>
                  </a:lnTo>
                  <a:lnTo>
                    <a:pt x="4044" y="2149853"/>
                  </a:lnTo>
                  <a:lnTo>
                    <a:pt x="15707" y="2192387"/>
                  </a:lnTo>
                  <a:lnTo>
                    <a:pt x="34281" y="2231542"/>
                  </a:lnTo>
                  <a:lnTo>
                    <a:pt x="59060" y="2266611"/>
                  </a:lnTo>
                  <a:lnTo>
                    <a:pt x="89337" y="2296888"/>
                  </a:lnTo>
                  <a:lnTo>
                    <a:pt x="124407" y="2321667"/>
                  </a:lnTo>
                  <a:lnTo>
                    <a:pt x="163561" y="2340242"/>
                  </a:lnTo>
                  <a:lnTo>
                    <a:pt x="206095" y="2351904"/>
                  </a:lnTo>
                  <a:lnTo>
                    <a:pt x="251301" y="2355949"/>
                  </a:lnTo>
                  <a:lnTo>
                    <a:pt x="5193559" y="2355949"/>
                  </a:lnTo>
                  <a:lnTo>
                    <a:pt x="5238764" y="2351904"/>
                  </a:lnTo>
                  <a:lnTo>
                    <a:pt x="5281298" y="2340242"/>
                  </a:lnTo>
                  <a:lnTo>
                    <a:pt x="5320453" y="2321667"/>
                  </a:lnTo>
                  <a:lnTo>
                    <a:pt x="5355522" y="2296888"/>
                  </a:lnTo>
                  <a:lnTo>
                    <a:pt x="5385800" y="2266611"/>
                  </a:lnTo>
                  <a:lnTo>
                    <a:pt x="5410579" y="2231542"/>
                  </a:lnTo>
                  <a:lnTo>
                    <a:pt x="5429153" y="2192387"/>
                  </a:lnTo>
                  <a:lnTo>
                    <a:pt x="5440815" y="2149853"/>
                  </a:lnTo>
                  <a:lnTo>
                    <a:pt x="5444860" y="2104647"/>
                  </a:lnTo>
                  <a:lnTo>
                    <a:pt x="5444860" y="251301"/>
                  </a:lnTo>
                  <a:lnTo>
                    <a:pt x="5440815" y="206095"/>
                  </a:lnTo>
                  <a:lnTo>
                    <a:pt x="5429153" y="163561"/>
                  </a:lnTo>
                  <a:lnTo>
                    <a:pt x="5410579" y="124407"/>
                  </a:lnTo>
                  <a:lnTo>
                    <a:pt x="5385800" y="89337"/>
                  </a:lnTo>
                  <a:lnTo>
                    <a:pt x="5355522" y="59060"/>
                  </a:lnTo>
                  <a:lnTo>
                    <a:pt x="5320453" y="34281"/>
                  </a:lnTo>
                  <a:lnTo>
                    <a:pt x="5281298" y="15707"/>
                  </a:lnTo>
                  <a:lnTo>
                    <a:pt x="5238764" y="4044"/>
                  </a:lnTo>
                  <a:lnTo>
                    <a:pt x="51935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93680" y="4659543"/>
              <a:ext cx="4942840" cy="104775"/>
            </a:xfrm>
            <a:custGeom>
              <a:avLst/>
              <a:gdLst/>
              <a:ahLst/>
              <a:cxnLst/>
              <a:rect l="l" t="t" r="r" b="b"/>
              <a:pathLst>
                <a:path w="4942840" h="104775">
                  <a:moveTo>
                    <a:pt x="4889903" y="0"/>
                  </a:moveTo>
                  <a:lnTo>
                    <a:pt x="52354" y="0"/>
                  </a:lnTo>
                  <a:lnTo>
                    <a:pt x="31964" y="4110"/>
                  </a:lnTo>
                  <a:lnTo>
                    <a:pt x="15324" y="15324"/>
                  </a:lnTo>
                  <a:lnTo>
                    <a:pt x="4110" y="31964"/>
                  </a:lnTo>
                  <a:lnTo>
                    <a:pt x="0" y="52354"/>
                  </a:lnTo>
                  <a:lnTo>
                    <a:pt x="4110" y="72744"/>
                  </a:lnTo>
                  <a:lnTo>
                    <a:pt x="15324" y="89384"/>
                  </a:lnTo>
                  <a:lnTo>
                    <a:pt x="31964" y="100598"/>
                  </a:lnTo>
                  <a:lnTo>
                    <a:pt x="52354" y="104708"/>
                  </a:lnTo>
                  <a:lnTo>
                    <a:pt x="4889903" y="104708"/>
                  </a:lnTo>
                  <a:lnTo>
                    <a:pt x="4910293" y="100598"/>
                  </a:lnTo>
                  <a:lnTo>
                    <a:pt x="4926933" y="89384"/>
                  </a:lnTo>
                  <a:lnTo>
                    <a:pt x="4938147" y="72744"/>
                  </a:lnTo>
                  <a:lnTo>
                    <a:pt x="4942257" y="52354"/>
                  </a:lnTo>
                  <a:lnTo>
                    <a:pt x="4938147" y="31964"/>
                  </a:lnTo>
                  <a:lnTo>
                    <a:pt x="4926933" y="15324"/>
                  </a:lnTo>
                  <a:lnTo>
                    <a:pt x="4910293" y="4110"/>
                  </a:lnTo>
                  <a:lnTo>
                    <a:pt x="4889903" y="0"/>
                  </a:lnTo>
                  <a:close/>
                </a:path>
              </a:pathLst>
            </a:custGeom>
            <a:solidFill>
              <a:srgbClr val="315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285689" y="4930414"/>
            <a:ext cx="4536440" cy="1631314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200" b="1" spc="245" dirty="0">
                <a:solidFill>
                  <a:srgbClr val="0F1828"/>
                </a:solidFill>
                <a:latin typeface="Trebuchet MS"/>
                <a:cs typeface="Trebuchet MS"/>
              </a:rPr>
              <a:t>Интуитивный</a:t>
            </a:r>
            <a:r>
              <a:rPr sz="2200" b="1" spc="130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2200" b="1" spc="235" dirty="0">
                <a:solidFill>
                  <a:srgbClr val="0F1828"/>
                </a:solidFill>
                <a:latin typeface="Trebuchet MS"/>
                <a:cs typeface="Trebuchet MS"/>
              </a:rPr>
              <a:t>интерфейс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18300"/>
              </a:lnSpc>
              <a:spcBef>
                <a:spcPts val="830"/>
              </a:spcBef>
            </a:pPr>
            <a:r>
              <a:rPr sz="1800" spc="175" dirty="0">
                <a:solidFill>
                  <a:srgbClr val="667085"/>
                </a:solidFill>
                <a:latin typeface="Trebuchet MS"/>
                <a:cs typeface="Trebuchet MS"/>
              </a:rPr>
              <a:t>Простота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использования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90" dirty="0">
                <a:solidFill>
                  <a:srgbClr val="667085"/>
                </a:solidFill>
                <a:latin typeface="Trebuchet MS"/>
                <a:cs typeface="Trebuchet MS"/>
              </a:rPr>
              <a:t>с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667085"/>
                </a:solidFill>
                <a:latin typeface="Trebuchet MS"/>
                <a:cs typeface="Trebuchet MS"/>
              </a:rPr>
              <a:t>первого </a:t>
            </a:r>
            <a:r>
              <a:rPr sz="1800" spc="130" dirty="0">
                <a:solidFill>
                  <a:srgbClr val="667085"/>
                </a:solidFill>
                <a:latin typeface="Trebuchet MS"/>
                <a:cs typeface="Trebuchet MS"/>
              </a:rPr>
              <a:t>взгляда,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не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80" dirty="0">
                <a:solidFill>
                  <a:srgbClr val="667085"/>
                </a:solidFill>
                <a:latin typeface="Trebuchet MS"/>
                <a:cs typeface="Trebuchet MS"/>
              </a:rPr>
              <a:t>требующая</a:t>
            </a:r>
            <a:r>
              <a:rPr sz="180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длительного </a:t>
            </a:r>
            <a:r>
              <a:rPr sz="1800" spc="110" dirty="0">
                <a:solidFill>
                  <a:srgbClr val="667085"/>
                </a:solidFill>
                <a:latin typeface="Trebuchet MS"/>
                <a:cs typeface="Trebuchet MS"/>
              </a:rPr>
              <a:t>обучения.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120201" y="4659543"/>
            <a:ext cx="5445125" cy="2356485"/>
            <a:chOff x="7120201" y="4659543"/>
            <a:chExt cx="5445125" cy="2356485"/>
          </a:xfrm>
        </p:grpSpPr>
        <p:sp>
          <p:nvSpPr>
            <p:cNvPr id="11" name="object 11"/>
            <p:cNvSpPr/>
            <p:nvPr/>
          </p:nvSpPr>
          <p:spPr>
            <a:xfrm>
              <a:off x="7120201" y="4659543"/>
              <a:ext cx="5445125" cy="2356485"/>
            </a:xfrm>
            <a:custGeom>
              <a:avLst/>
              <a:gdLst/>
              <a:ahLst/>
              <a:cxnLst/>
              <a:rect l="l" t="t" r="r" b="b"/>
              <a:pathLst>
                <a:path w="5445125" h="2356485">
                  <a:moveTo>
                    <a:pt x="5193559" y="0"/>
                  </a:moveTo>
                  <a:lnTo>
                    <a:pt x="251301" y="0"/>
                  </a:lnTo>
                  <a:lnTo>
                    <a:pt x="206095" y="4044"/>
                  </a:lnTo>
                  <a:lnTo>
                    <a:pt x="163561" y="15707"/>
                  </a:lnTo>
                  <a:lnTo>
                    <a:pt x="124407" y="34281"/>
                  </a:lnTo>
                  <a:lnTo>
                    <a:pt x="89337" y="59060"/>
                  </a:lnTo>
                  <a:lnTo>
                    <a:pt x="59060" y="89337"/>
                  </a:lnTo>
                  <a:lnTo>
                    <a:pt x="34281" y="124407"/>
                  </a:lnTo>
                  <a:lnTo>
                    <a:pt x="15707" y="163561"/>
                  </a:lnTo>
                  <a:lnTo>
                    <a:pt x="4044" y="206095"/>
                  </a:lnTo>
                  <a:lnTo>
                    <a:pt x="0" y="251301"/>
                  </a:lnTo>
                  <a:lnTo>
                    <a:pt x="0" y="2104647"/>
                  </a:lnTo>
                  <a:lnTo>
                    <a:pt x="4044" y="2149853"/>
                  </a:lnTo>
                  <a:lnTo>
                    <a:pt x="15707" y="2192387"/>
                  </a:lnTo>
                  <a:lnTo>
                    <a:pt x="34281" y="2231542"/>
                  </a:lnTo>
                  <a:lnTo>
                    <a:pt x="59060" y="2266611"/>
                  </a:lnTo>
                  <a:lnTo>
                    <a:pt x="89337" y="2296888"/>
                  </a:lnTo>
                  <a:lnTo>
                    <a:pt x="124407" y="2321667"/>
                  </a:lnTo>
                  <a:lnTo>
                    <a:pt x="163561" y="2340242"/>
                  </a:lnTo>
                  <a:lnTo>
                    <a:pt x="206095" y="2351904"/>
                  </a:lnTo>
                  <a:lnTo>
                    <a:pt x="251301" y="2355949"/>
                  </a:lnTo>
                  <a:lnTo>
                    <a:pt x="5193559" y="2355949"/>
                  </a:lnTo>
                  <a:lnTo>
                    <a:pt x="5238764" y="2351904"/>
                  </a:lnTo>
                  <a:lnTo>
                    <a:pt x="5281297" y="2340242"/>
                  </a:lnTo>
                  <a:lnTo>
                    <a:pt x="5320452" y="2321667"/>
                  </a:lnTo>
                  <a:lnTo>
                    <a:pt x="5355521" y="2296888"/>
                  </a:lnTo>
                  <a:lnTo>
                    <a:pt x="5385799" y="2266611"/>
                  </a:lnTo>
                  <a:lnTo>
                    <a:pt x="5410578" y="2231542"/>
                  </a:lnTo>
                  <a:lnTo>
                    <a:pt x="5429153" y="2192387"/>
                  </a:lnTo>
                  <a:lnTo>
                    <a:pt x="5440815" y="2149853"/>
                  </a:lnTo>
                  <a:lnTo>
                    <a:pt x="5444860" y="2104647"/>
                  </a:lnTo>
                  <a:lnTo>
                    <a:pt x="5444860" y="251301"/>
                  </a:lnTo>
                  <a:lnTo>
                    <a:pt x="5440815" y="206095"/>
                  </a:lnTo>
                  <a:lnTo>
                    <a:pt x="5429153" y="163561"/>
                  </a:lnTo>
                  <a:lnTo>
                    <a:pt x="5410578" y="124407"/>
                  </a:lnTo>
                  <a:lnTo>
                    <a:pt x="5385799" y="89337"/>
                  </a:lnTo>
                  <a:lnTo>
                    <a:pt x="5355521" y="59060"/>
                  </a:lnTo>
                  <a:lnTo>
                    <a:pt x="5320452" y="34281"/>
                  </a:lnTo>
                  <a:lnTo>
                    <a:pt x="5281297" y="15707"/>
                  </a:lnTo>
                  <a:lnTo>
                    <a:pt x="5238764" y="4044"/>
                  </a:lnTo>
                  <a:lnTo>
                    <a:pt x="51935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71503" y="4659543"/>
              <a:ext cx="4942840" cy="104775"/>
            </a:xfrm>
            <a:custGeom>
              <a:avLst/>
              <a:gdLst/>
              <a:ahLst/>
              <a:cxnLst/>
              <a:rect l="l" t="t" r="r" b="b"/>
              <a:pathLst>
                <a:path w="4942840" h="104775">
                  <a:moveTo>
                    <a:pt x="4889903" y="0"/>
                  </a:moveTo>
                  <a:lnTo>
                    <a:pt x="52354" y="0"/>
                  </a:lnTo>
                  <a:lnTo>
                    <a:pt x="31964" y="4110"/>
                  </a:lnTo>
                  <a:lnTo>
                    <a:pt x="15324" y="15324"/>
                  </a:lnTo>
                  <a:lnTo>
                    <a:pt x="4110" y="31964"/>
                  </a:lnTo>
                  <a:lnTo>
                    <a:pt x="0" y="52354"/>
                  </a:lnTo>
                  <a:lnTo>
                    <a:pt x="4110" y="72744"/>
                  </a:lnTo>
                  <a:lnTo>
                    <a:pt x="15324" y="89384"/>
                  </a:lnTo>
                  <a:lnTo>
                    <a:pt x="31964" y="100598"/>
                  </a:lnTo>
                  <a:lnTo>
                    <a:pt x="52354" y="104708"/>
                  </a:lnTo>
                  <a:lnTo>
                    <a:pt x="4889903" y="104708"/>
                  </a:lnTo>
                  <a:lnTo>
                    <a:pt x="4910293" y="100598"/>
                  </a:lnTo>
                  <a:lnTo>
                    <a:pt x="4926933" y="89384"/>
                  </a:lnTo>
                  <a:lnTo>
                    <a:pt x="4938147" y="72744"/>
                  </a:lnTo>
                  <a:lnTo>
                    <a:pt x="4942257" y="52354"/>
                  </a:lnTo>
                  <a:lnTo>
                    <a:pt x="4938147" y="31964"/>
                  </a:lnTo>
                  <a:lnTo>
                    <a:pt x="4926933" y="15324"/>
                  </a:lnTo>
                  <a:lnTo>
                    <a:pt x="4910293" y="4110"/>
                  </a:lnTo>
                  <a:lnTo>
                    <a:pt x="4889903" y="0"/>
                  </a:lnTo>
                  <a:close/>
                </a:path>
              </a:pathLst>
            </a:custGeom>
            <a:solidFill>
              <a:srgbClr val="315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63511" y="4930414"/>
            <a:ext cx="4542155" cy="1631314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200" b="1" spc="265" dirty="0">
                <a:solidFill>
                  <a:srgbClr val="0F1828"/>
                </a:solidFill>
                <a:latin typeface="Trebuchet MS"/>
                <a:cs typeface="Trebuchet MS"/>
              </a:rPr>
              <a:t>Минималистичный</a:t>
            </a:r>
            <a:r>
              <a:rPr sz="2200" b="1" spc="155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2200" b="1" spc="265" dirty="0">
                <a:solidFill>
                  <a:srgbClr val="0F1828"/>
                </a:solidFill>
                <a:latin typeface="Trebuchet MS"/>
                <a:cs typeface="Trebuchet MS"/>
              </a:rPr>
              <a:t>дизайн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18300"/>
              </a:lnSpc>
              <a:spcBef>
                <a:spcPts val="830"/>
              </a:spcBef>
            </a:pPr>
            <a:r>
              <a:rPr sz="1800" spc="165" dirty="0">
                <a:solidFill>
                  <a:srgbClr val="667085"/>
                </a:solidFill>
                <a:latin typeface="Trebuchet MS"/>
                <a:cs typeface="Trebuchet MS"/>
              </a:rPr>
              <a:t>Отсутствие</a:t>
            </a:r>
            <a:r>
              <a:rPr sz="180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80" dirty="0">
                <a:solidFill>
                  <a:srgbClr val="667085"/>
                </a:solidFill>
                <a:latin typeface="Trebuchet MS"/>
                <a:cs typeface="Trebuchet MS"/>
              </a:rPr>
              <a:t>отвлекающих</a:t>
            </a:r>
            <a:r>
              <a:rPr sz="180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35" dirty="0">
                <a:solidFill>
                  <a:srgbClr val="667085"/>
                </a:solidFill>
                <a:latin typeface="Trebuchet MS"/>
                <a:cs typeface="Trebuchet MS"/>
              </a:rPr>
              <a:t>элементов </a:t>
            </a:r>
            <a:r>
              <a:rPr sz="1800" spc="165" dirty="0">
                <a:solidFill>
                  <a:srgbClr val="667085"/>
                </a:solidFill>
                <a:latin typeface="Trebuchet MS"/>
                <a:cs typeface="Trebuchet MS"/>
              </a:rPr>
              <a:t>для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667085"/>
                </a:solidFill>
                <a:latin typeface="Trebuchet MS"/>
                <a:cs typeface="Trebuchet MS"/>
              </a:rPr>
              <a:t>сосредоточения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70" dirty="0">
                <a:solidFill>
                  <a:srgbClr val="667085"/>
                </a:solidFill>
                <a:latin typeface="Trebuchet MS"/>
                <a:cs typeface="Trebuchet MS"/>
              </a:rPr>
              <a:t>на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5" dirty="0">
                <a:solidFill>
                  <a:srgbClr val="667085"/>
                </a:solidFill>
                <a:latin typeface="Trebuchet MS"/>
                <a:cs typeface="Trebuchet MS"/>
              </a:rPr>
              <a:t>главном</a:t>
            </a:r>
            <a:r>
              <a:rPr sz="180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425" dirty="0">
                <a:solidFill>
                  <a:srgbClr val="667085"/>
                </a:solidFill>
                <a:latin typeface="Trebuchet MS"/>
                <a:cs typeface="Trebuchet MS"/>
              </a:rPr>
              <a:t>— </a:t>
            </a:r>
            <a:r>
              <a:rPr sz="1800" spc="175" dirty="0">
                <a:solidFill>
                  <a:srgbClr val="667085"/>
                </a:solidFill>
                <a:latin typeface="Trebuchet MS"/>
                <a:cs typeface="Trebuchet MS"/>
              </a:rPr>
              <a:t>вашей</a:t>
            </a:r>
            <a:r>
              <a:rPr sz="1800" spc="3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0" dirty="0">
                <a:solidFill>
                  <a:srgbClr val="667085"/>
                </a:solidFill>
                <a:latin typeface="Trebuchet MS"/>
                <a:cs typeface="Trebuchet MS"/>
              </a:rPr>
              <a:t>работе</a:t>
            </a:r>
            <a:r>
              <a:rPr sz="1800" spc="3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90" dirty="0">
                <a:solidFill>
                  <a:srgbClr val="667085"/>
                </a:solidFill>
                <a:latin typeface="Trebuchet MS"/>
                <a:cs typeface="Trebuchet MS"/>
              </a:rPr>
              <a:t>с</a:t>
            </a:r>
            <a:r>
              <a:rPr sz="1800" spc="3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35" dirty="0">
                <a:solidFill>
                  <a:srgbClr val="667085"/>
                </a:solidFill>
                <a:latin typeface="Trebuchet MS"/>
                <a:cs typeface="Trebuchet MS"/>
              </a:rPr>
              <a:t>документами.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298023" y="4659543"/>
            <a:ext cx="5445125" cy="2356485"/>
            <a:chOff x="13298023" y="4659543"/>
            <a:chExt cx="5445125" cy="2356485"/>
          </a:xfrm>
        </p:grpSpPr>
        <p:sp>
          <p:nvSpPr>
            <p:cNvPr id="15" name="object 15"/>
            <p:cNvSpPr/>
            <p:nvPr/>
          </p:nvSpPr>
          <p:spPr>
            <a:xfrm>
              <a:off x="13298023" y="4659543"/>
              <a:ext cx="5445125" cy="2356485"/>
            </a:xfrm>
            <a:custGeom>
              <a:avLst/>
              <a:gdLst/>
              <a:ahLst/>
              <a:cxnLst/>
              <a:rect l="l" t="t" r="r" b="b"/>
              <a:pathLst>
                <a:path w="5445125" h="2356485">
                  <a:moveTo>
                    <a:pt x="5193559" y="0"/>
                  </a:moveTo>
                  <a:lnTo>
                    <a:pt x="251301" y="0"/>
                  </a:lnTo>
                  <a:lnTo>
                    <a:pt x="206095" y="4044"/>
                  </a:lnTo>
                  <a:lnTo>
                    <a:pt x="163562" y="15707"/>
                  </a:lnTo>
                  <a:lnTo>
                    <a:pt x="124408" y="34281"/>
                  </a:lnTo>
                  <a:lnTo>
                    <a:pt x="89338" y="59060"/>
                  </a:lnTo>
                  <a:lnTo>
                    <a:pt x="59060" y="89337"/>
                  </a:lnTo>
                  <a:lnTo>
                    <a:pt x="34281" y="124407"/>
                  </a:lnTo>
                  <a:lnTo>
                    <a:pt x="15707" y="163561"/>
                  </a:lnTo>
                  <a:lnTo>
                    <a:pt x="4044" y="206095"/>
                  </a:lnTo>
                  <a:lnTo>
                    <a:pt x="0" y="251301"/>
                  </a:lnTo>
                  <a:lnTo>
                    <a:pt x="0" y="2104647"/>
                  </a:lnTo>
                  <a:lnTo>
                    <a:pt x="4044" y="2149853"/>
                  </a:lnTo>
                  <a:lnTo>
                    <a:pt x="15707" y="2192387"/>
                  </a:lnTo>
                  <a:lnTo>
                    <a:pt x="34281" y="2231542"/>
                  </a:lnTo>
                  <a:lnTo>
                    <a:pt x="59060" y="2266611"/>
                  </a:lnTo>
                  <a:lnTo>
                    <a:pt x="89338" y="2296888"/>
                  </a:lnTo>
                  <a:lnTo>
                    <a:pt x="124408" y="2321667"/>
                  </a:lnTo>
                  <a:lnTo>
                    <a:pt x="163562" y="2340242"/>
                  </a:lnTo>
                  <a:lnTo>
                    <a:pt x="206095" y="2351904"/>
                  </a:lnTo>
                  <a:lnTo>
                    <a:pt x="251301" y="2355949"/>
                  </a:lnTo>
                  <a:lnTo>
                    <a:pt x="5193559" y="2355949"/>
                  </a:lnTo>
                  <a:lnTo>
                    <a:pt x="5238764" y="2351904"/>
                  </a:lnTo>
                  <a:lnTo>
                    <a:pt x="5281297" y="2340242"/>
                  </a:lnTo>
                  <a:lnTo>
                    <a:pt x="5320452" y="2321667"/>
                  </a:lnTo>
                  <a:lnTo>
                    <a:pt x="5355521" y="2296888"/>
                  </a:lnTo>
                  <a:lnTo>
                    <a:pt x="5385799" y="2266611"/>
                  </a:lnTo>
                  <a:lnTo>
                    <a:pt x="5410578" y="2231542"/>
                  </a:lnTo>
                  <a:lnTo>
                    <a:pt x="5429153" y="2192387"/>
                  </a:lnTo>
                  <a:lnTo>
                    <a:pt x="5440815" y="2149853"/>
                  </a:lnTo>
                  <a:lnTo>
                    <a:pt x="5444860" y="2104647"/>
                  </a:lnTo>
                  <a:lnTo>
                    <a:pt x="5444860" y="251301"/>
                  </a:lnTo>
                  <a:lnTo>
                    <a:pt x="5440815" y="206095"/>
                  </a:lnTo>
                  <a:lnTo>
                    <a:pt x="5429153" y="163561"/>
                  </a:lnTo>
                  <a:lnTo>
                    <a:pt x="5410578" y="124407"/>
                  </a:lnTo>
                  <a:lnTo>
                    <a:pt x="5385799" y="89337"/>
                  </a:lnTo>
                  <a:lnTo>
                    <a:pt x="5355521" y="59060"/>
                  </a:lnTo>
                  <a:lnTo>
                    <a:pt x="5320452" y="34281"/>
                  </a:lnTo>
                  <a:lnTo>
                    <a:pt x="5281297" y="15707"/>
                  </a:lnTo>
                  <a:lnTo>
                    <a:pt x="5238764" y="4044"/>
                  </a:lnTo>
                  <a:lnTo>
                    <a:pt x="51935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549325" y="4659543"/>
              <a:ext cx="4942840" cy="104775"/>
            </a:xfrm>
            <a:custGeom>
              <a:avLst/>
              <a:gdLst/>
              <a:ahLst/>
              <a:cxnLst/>
              <a:rect l="l" t="t" r="r" b="b"/>
              <a:pathLst>
                <a:path w="4942840" h="104775">
                  <a:moveTo>
                    <a:pt x="4889903" y="0"/>
                  </a:moveTo>
                  <a:lnTo>
                    <a:pt x="52354" y="0"/>
                  </a:lnTo>
                  <a:lnTo>
                    <a:pt x="31964" y="4110"/>
                  </a:lnTo>
                  <a:lnTo>
                    <a:pt x="15324" y="15324"/>
                  </a:lnTo>
                  <a:lnTo>
                    <a:pt x="4110" y="31964"/>
                  </a:lnTo>
                  <a:lnTo>
                    <a:pt x="0" y="52354"/>
                  </a:lnTo>
                  <a:lnTo>
                    <a:pt x="4110" y="72744"/>
                  </a:lnTo>
                  <a:lnTo>
                    <a:pt x="15324" y="89384"/>
                  </a:lnTo>
                  <a:lnTo>
                    <a:pt x="31964" y="100598"/>
                  </a:lnTo>
                  <a:lnTo>
                    <a:pt x="52354" y="104708"/>
                  </a:lnTo>
                  <a:lnTo>
                    <a:pt x="4889903" y="104708"/>
                  </a:lnTo>
                  <a:lnTo>
                    <a:pt x="4910293" y="100598"/>
                  </a:lnTo>
                  <a:lnTo>
                    <a:pt x="4926933" y="89384"/>
                  </a:lnTo>
                  <a:lnTo>
                    <a:pt x="4938147" y="72744"/>
                  </a:lnTo>
                  <a:lnTo>
                    <a:pt x="4942257" y="52354"/>
                  </a:lnTo>
                  <a:lnTo>
                    <a:pt x="4938147" y="31964"/>
                  </a:lnTo>
                  <a:lnTo>
                    <a:pt x="4926933" y="15324"/>
                  </a:lnTo>
                  <a:lnTo>
                    <a:pt x="4910293" y="4110"/>
                  </a:lnTo>
                  <a:lnTo>
                    <a:pt x="4889903" y="0"/>
                  </a:lnTo>
                  <a:close/>
                </a:path>
              </a:pathLst>
            </a:custGeom>
            <a:solidFill>
              <a:srgbClr val="315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3641334" y="4930414"/>
            <a:ext cx="3744595" cy="195580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200" b="1" spc="245" dirty="0">
                <a:solidFill>
                  <a:srgbClr val="0F1828"/>
                </a:solidFill>
                <a:latin typeface="Trebuchet MS"/>
                <a:cs typeface="Trebuchet MS"/>
              </a:rPr>
              <a:t>Адаптивность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18300"/>
              </a:lnSpc>
              <a:spcBef>
                <a:spcPts val="830"/>
              </a:spcBef>
            </a:pP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Безупречная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5" dirty="0">
                <a:solidFill>
                  <a:srgbClr val="667085"/>
                </a:solidFill>
                <a:latin typeface="Trebuchet MS"/>
                <a:cs typeface="Trebuchet MS"/>
              </a:rPr>
              <a:t>работа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70" dirty="0">
                <a:solidFill>
                  <a:srgbClr val="667085"/>
                </a:solidFill>
                <a:latin typeface="Trebuchet MS"/>
                <a:cs typeface="Trebuchet MS"/>
              </a:rPr>
              <a:t>на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667085"/>
                </a:solidFill>
                <a:latin typeface="Trebuchet MS"/>
                <a:cs typeface="Trebuchet MS"/>
              </a:rPr>
              <a:t>любом </a:t>
            </a:r>
            <a:r>
              <a:rPr sz="1800" spc="130" dirty="0">
                <a:solidFill>
                  <a:srgbClr val="667085"/>
                </a:solidFill>
                <a:latin typeface="Trebuchet MS"/>
                <a:cs typeface="Trebuchet MS"/>
              </a:rPr>
              <a:t>устройстве:</a:t>
            </a:r>
            <a:r>
              <a:rPr sz="180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95" dirty="0">
                <a:solidFill>
                  <a:srgbClr val="667085"/>
                </a:solidFill>
                <a:latin typeface="Trebuchet MS"/>
                <a:cs typeface="Trebuchet MS"/>
              </a:rPr>
              <a:t>от</a:t>
            </a:r>
            <a:r>
              <a:rPr sz="180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настольных </a:t>
            </a:r>
            <a:r>
              <a:rPr sz="1800" spc="160" dirty="0">
                <a:solidFill>
                  <a:srgbClr val="667085"/>
                </a:solidFill>
                <a:latin typeface="Trebuchet MS"/>
                <a:cs typeface="Trebuchet MS"/>
              </a:rPr>
              <a:t>компьютеров</a:t>
            </a:r>
            <a:r>
              <a:rPr sz="1800" spc="3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80" dirty="0">
                <a:solidFill>
                  <a:srgbClr val="667085"/>
                </a:solidFill>
                <a:latin typeface="Trebuchet MS"/>
                <a:cs typeface="Trebuchet MS"/>
              </a:rPr>
              <a:t>до</a:t>
            </a:r>
            <a:r>
              <a:rPr sz="1800" spc="3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667085"/>
                </a:solidFill>
                <a:latin typeface="Trebuchet MS"/>
                <a:cs typeface="Trebuchet MS"/>
              </a:rPr>
              <a:t>мобильных </a:t>
            </a:r>
            <a:r>
              <a:rPr sz="1800" spc="114" dirty="0">
                <a:solidFill>
                  <a:srgbClr val="667085"/>
                </a:solidFill>
                <a:latin typeface="Trebuchet MS"/>
                <a:cs typeface="Trebuchet MS"/>
              </a:rPr>
              <a:t>телефонов.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42379" y="7643746"/>
            <a:ext cx="5445125" cy="2356485"/>
            <a:chOff x="942379" y="7643746"/>
            <a:chExt cx="5445125" cy="2356485"/>
          </a:xfrm>
        </p:grpSpPr>
        <p:sp>
          <p:nvSpPr>
            <p:cNvPr id="19" name="object 19"/>
            <p:cNvSpPr/>
            <p:nvPr/>
          </p:nvSpPr>
          <p:spPr>
            <a:xfrm>
              <a:off x="942379" y="7643746"/>
              <a:ext cx="5445125" cy="2356485"/>
            </a:xfrm>
            <a:custGeom>
              <a:avLst/>
              <a:gdLst/>
              <a:ahLst/>
              <a:cxnLst/>
              <a:rect l="l" t="t" r="r" b="b"/>
              <a:pathLst>
                <a:path w="5445125" h="2356484">
                  <a:moveTo>
                    <a:pt x="5193559" y="0"/>
                  </a:moveTo>
                  <a:lnTo>
                    <a:pt x="251301" y="0"/>
                  </a:lnTo>
                  <a:lnTo>
                    <a:pt x="206095" y="4044"/>
                  </a:lnTo>
                  <a:lnTo>
                    <a:pt x="163561" y="15707"/>
                  </a:lnTo>
                  <a:lnTo>
                    <a:pt x="124407" y="34281"/>
                  </a:lnTo>
                  <a:lnTo>
                    <a:pt x="89337" y="59060"/>
                  </a:lnTo>
                  <a:lnTo>
                    <a:pt x="59060" y="89337"/>
                  </a:lnTo>
                  <a:lnTo>
                    <a:pt x="34281" y="124407"/>
                  </a:lnTo>
                  <a:lnTo>
                    <a:pt x="15707" y="163561"/>
                  </a:lnTo>
                  <a:lnTo>
                    <a:pt x="4044" y="206095"/>
                  </a:lnTo>
                  <a:lnTo>
                    <a:pt x="0" y="251301"/>
                  </a:lnTo>
                  <a:lnTo>
                    <a:pt x="0" y="2104647"/>
                  </a:lnTo>
                  <a:lnTo>
                    <a:pt x="4044" y="2149853"/>
                  </a:lnTo>
                  <a:lnTo>
                    <a:pt x="15707" y="2192387"/>
                  </a:lnTo>
                  <a:lnTo>
                    <a:pt x="34281" y="2231542"/>
                  </a:lnTo>
                  <a:lnTo>
                    <a:pt x="59060" y="2266611"/>
                  </a:lnTo>
                  <a:lnTo>
                    <a:pt x="89337" y="2296888"/>
                  </a:lnTo>
                  <a:lnTo>
                    <a:pt x="124407" y="2321667"/>
                  </a:lnTo>
                  <a:lnTo>
                    <a:pt x="163561" y="2340242"/>
                  </a:lnTo>
                  <a:lnTo>
                    <a:pt x="206095" y="2351904"/>
                  </a:lnTo>
                  <a:lnTo>
                    <a:pt x="251301" y="2355949"/>
                  </a:lnTo>
                  <a:lnTo>
                    <a:pt x="5193559" y="2355949"/>
                  </a:lnTo>
                  <a:lnTo>
                    <a:pt x="5238764" y="2351904"/>
                  </a:lnTo>
                  <a:lnTo>
                    <a:pt x="5281298" y="2340242"/>
                  </a:lnTo>
                  <a:lnTo>
                    <a:pt x="5320453" y="2321667"/>
                  </a:lnTo>
                  <a:lnTo>
                    <a:pt x="5355522" y="2296888"/>
                  </a:lnTo>
                  <a:lnTo>
                    <a:pt x="5385800" y="2266611"/>
                  </a:lnTo>
                  <a:lnTo>
                    <a:pt x="5410579" y="2231542"/>
                  </a:lnTo>
                  <a:lnTo>
                    <a:pt x="5429153" y="2192387"/>
                  </a:lnTo>
                  <a:lnTo>
                    <a:pt x="5440815" y="2149853"/>
                  </a:lnTo>
                  <a:lnTo>
                    <a:pt x="5444860" y="2104647"/>
                  </a:lnTo>
                  <a:lnTo>
                    <a:pt x="5444860" y="251301"/>
                  </a:lnTo>
                  <a:lnTo>
                    <a:pt x="5440815" y="206095"/>
                  </a:lnTo>
                  <a:lnTo>
                    <a:pt x="5429153" y="163561"/>
                  </a:lnTo>
                  <a:lnTo>
                    <a:pt x="5410579" y="124407"/>
                  </a:lnTo>
                  <a:lnTo>
                    <a:pt x="5385800" y="89337"/>
                  </a:lnTo>
                  <a:lnTo>
                    <a:pt x="5355522" y="59060"/>
                  </a:lnTo>
                  <a:lnTo>
                    <a:pt x="5320453" y="34281"/>
                  </a:lnTo>
                  <a:lnTo>
                    <a:pt x="5281298" y="15707"/>
                  </a:lnTo>
                  <a:lnTo>
                    <a:pt x="5238764" y="4044"/>
                  </a:lnTo>
                  <a:lnTo>
                    <a:pt x="51935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93680" y="7643746"/>
              <a:ext cx="4942840" cy="104775"/>
            </a:xfrm>
            <a:custGeom>
              <a:avLst/>
              <a:gdLst/>
              <a:ahLst/>
              <a:cxnLst/>
              <a:rect l="l" t="t" r="r" b="b"/>
              <a:pathLst>
                <a:path w="4942840" h="104775">
                  <a:moveTo>
                    <a:pt x="4889903" y="0"/>
                  </a:moveTo>
                  <a:lnTo>
                    <a:pt x="52354" y="0"/>
                  </a:lnTo>
                  <a:lnTo>
                    <a:pt x="31964" y="4110"/>
                  </a:lnTo>
                  <a:lnTo>
                    <a:pt x="15324" y="15324"/>
                  </a:lnTo>
                  <a:lnTo>
                    <a:pt x="4110" y="31964"/>
                  </a:lnTo>
                  <a:lnTo>
                    <a:pt x="0" y="52354"/>
                  </a:lnTo>
                  <a:lnTo>
                    <a:pt x="4110" y="72744"/>
                  </a:lnTo>
                  <a:lnTo>
                    <a:pt x="15324" y="89384"/>
                  </a:lnTo>
                  <a:lnTo>
                    <a:pt x="31964" y="100598"/>
                  </a:lnTo>
                  <a:lnTo>
                    <a:pt x="52354" y="104708"/>
                  </a:lnTo>
                  <a:lnTo>
                    <a:pt x="4889903" y="104708"/>
                  </a:lnTo>
                  <a:lnTo>
                    <a:pt x="4910293" y="100598"/>
                  </a:lnTo>
                  <a:lnTo>
                    <a:pt x="4926933" y="89384"/>
                  </a:lnTo>
                  <a:lnTo>
                    <a:pt x="4938147" y="72744"/>
                  </a:lnTo>
                  <a:lnTo>
                    <a:pt x="4942257" y="52354"/>
                  </a:lnTo>
                  <a:lnTo>
                    <a:pt x="4938147" y="31964"/>
                  </a:lnTo>
                  <a:lnTo>
                    <a:pt x="4926933" y="15324"/>
                  </a:lnTo>
                  <a:lnTo>
                    <a:pt x="4910293" y="4110"/>
                  </a:lnTo>
                  <a:lnTo>
                    <a:pt x="4889903" y="0"/>
                  </a:lnTo>
                  <a:close/>
                </a:path>
              </a:pathLst>
            </a:custGeom>
            <a:solidFill>
              <a:srgbClr val="315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85689" y="7914616"/>
            <a:ext cx="4317365" cy="1631314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200" b="1" spc="235" dirty="0">
                <a:solidFill>
                  <a:srgbClr val="0F1828"/>
                </a:solidFill>
                <a:latin typeface="Trebuchet MS"/>
                <a:cs typeface="Trebuchet MS"/>
              </a:rPr>
              <a:t>Ясная</a:t>
            </a:r>
            <a:r>
              <a:rPr sz="2200" b="1" spc="120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2200" b="1" spc="235" dirty="0">
                <a:solidFill>
                  <a:srgbClr val="0F1828"/>
                </a:solidFill>
                <a:latin typeface="Trebuchet MS"/>
                <a:cs typeface="Trebuchet MS"/>
              </a:rPr>
              <a:t>навигация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18300"/>
              </a:lnSpc>
              <a:spcBef>
                <a:spcPts val="830"/>
              </a:spcBef>
            </a:pPr>
            <a:r>
              <a:rPr sz="1800" spc="160" dirty="0">
                <a:solidFill>
                  <a:srgbClr val="667085"/>
                </a:solidFill>
                <a:latin typeface="Trebuchet MS"/>
                <a:cs typeface="Trebuchet MS"/>
              </a:rPr>
              <a:t>Пользователь</a:t>
            </a:r>
            <a:r>
              <a:rPr sz="1800" spc="3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5" dirty="0">
                <a:solidFill>
                  <a:srgbClr val="667085"/>
                </a:solidFill>
                <a:latin typeface="Trebuchet MS"/>
                <a:cs typeface="Trebuchet MS"/>
              </a:rPr>
              <a:t>всегда</a:t>
            </a:r>
            <a:r>
              <a:rPr sz="1800" spc="4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30" dirty="0">
                <a:solidFill>
                  <a:srgbClr val="667085"/>
                </a:solidFill>
                <a:latin typeface="Trebuchet MS"/>
                <a:cs typeface="Trebuchet MS"/>
              </a:rPr>
              <a:t>знает,</a:t>
            </a:r>
            <a:r>
              <a:rPr sz="1800" spc="4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5" dirty="0">
                <a:solidFill>
                  <a:srgbClr val="667085"/>
                </a:solidFill>
                <a:latin typeface="Trebuchet MS"/>
                <a:cs typeface="Trebuchet MS"/>
              </a:rPr>
              <a:t>где</a:t>
            </a:r>
            <a:r>
              <a:rPr sz="1800" spc="4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30" dirty="0">
                <a:solidFill>
                  <a:srgbClr val="667085"/>
                </a:solidFill>
                <a:latin typeface="Trebuchet MS"/>
                <a:cs typeface="Trebuchet MS"/>
              </a:rPr>
              <a:t>он </a:t>
            </a:r>
            <a:r>
              <a:rPr sz="1800" spc="160" dirty="0">
                <a:solidFill>
                  <a:srgbClr val="667085"/>
                </a:solidFill>
                <a:latin typeface="Trebuchet MS"/>
                <a:cs typeface="Trebuchet MS"/>
              </a:rPr>
              <a:t>находится</a:t>
            </a:r>
            <a:r>
              <a:rPr sz="1800" spc="3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и</a:t>
            </a:r>
            <a:r>
              <a:rPr sz="1800" spc="3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75" dirty="0">
                <a:solidFill>
                  <a:srgbClr val="667085"/>
                </a:solidFill>
                <a:latin typeface="Trebuchet MS"/>
                <a:cs typeface="Trebuchet MS"/>
              </a:rPr>
              <a:t>как</a:t>
            </a:r>
            <a:r>
              <a:rPr sz="1800" spc="3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5" dirty="0">
                <a:solidFill>
                  <a:srgbClr val="667085"/>
                </a:solidFill>
                <a:latin typeface="Trebuchet MS"/>
                <a:cs typeface="Trebuchet MS"/>
              </a:rPr>
              <a:t>перейти</a:t>
            </a:r>
            <a:r>
              <a:rPr sz="1800" spc="3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667085"/>
                </a:solidFill>
                <a:latin typeface="Trebuchet MS"/>
                <a:cs typeface="Trebuchet MS"/>
              </a:rPr>
              <a:t>к </a:t>
            </a:r>
            <a:r>
              <a:rPr sz="1800" spc="170" dirty="0">
                <a:solidFill>
                  <a:srgbClr val="667085"/>
                </a:solidFill>
                <a:latin typeface="Trebuchet MS"/>
                <a:cs typeface="Trebuchet MS"/>
              </a:rPr>
              <a:t>следующему</a:t>
            </a:r>
            <a:r>
              <a:rPr sz="1800" spc="3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35" dirty="0">
                <a:solidFill>
                  <a:srgbClr val="667085"/>
                </a:solidFill>
                <a:latin typeface="Trebuchet MS"/>
                <a:cs typeface="Trebuchet MS"/>
              </a:rPr>
              <a:t>шагу.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120201" y="7643746"/>
            <a:ext cx="5445125" cy="2356485"/>
            <a:chOff x="7120201" y="7643746"/>
            <a:chExt cx="5445125" cy="2356485"/>
          </a:xfrm>
        </p:grpSpPr>
        <p:sp>
          <p:nvSpPr>
            <p:cNvPr id="23" name="object 23"/>
            <p:cNvSpPr/>
            <p:nvPr/>
          </p:nvSpPr>
          <p:spPr>
            <a:xfrm>
              <a:off x="7120201" y="7643746"/>
              <a:ext cx="5445125" cy="2356485"/>
            </a:xfrm>
            <a:custGeom>
              <a:avLst/>
              <a:gdLst/>
              <a:ahLst/>
              <a:cxnLst/>
              <a:rect l="l" t="t" r="r" b="b"/>
              <a:pathLst>
                <a:path w="5445125" h="2356484">
                  <a:moveTo>
                    <a:pt x="5193559" y="0"/>
                  </a:moveTo>
                  <a:lnTo>
                    <a:pt x="251301" y="0"/>
                  </a:lnTo>
                  <a:lnTo>
                    <a:pt x="206095" y="4044"/>
                  </a:lnTo>
                  <a:lnTo>
                    <a:pt x="163561" y="15707"/>
                  </a:lnTo>
                  <a:lnTo>
                    <a:pt x="124407" y="34281"/>
                  </a:lnTo>
                  <a:lnTo>
                    <a:pt x="89337" y="59060"/>
                  </a:lnTo>
                  <a:lnTo>
                    <a:pt x="59060" y="89337"/>
                  </a:lnTo>
                  <a:lnTo>
                    <a:pt x="34281" y="124407"/>
                  </a:lnTo>
                  <a:lnTo>
                    <a:pt x="15707" y="163561"/>
                  </a:lnTo>
                  <a:lnTo>
                    <a:pt x="4044" y="206095"/>
                  </a:lnTo>
                  <a:lnTo>
                    <a:pt x="0" y="251301"/>
                  </a:lnTo>
                  <a:lnTo>
                    <a:pt x="0" y="2104647"/>
                  </a:lnTo>
                  <a:lnTo>
                    <a:pt x="4044" y="2149853"/>
                  </a:lnTo>
                  <a:lnTo>
                    <a:pt x="15707" y="2192387"/>
                  </a:lnTo>
                  <a:lnTo>
                    <a:pt x="34281" y="2231542"/>
                  </a:lnTo>
                  <a:lnTo>
                    <a:pt x="59060" y="2266611"/>
                  </a:lnTo>
                  <a:lnTo>
                    <a:pt x="89337" y="2296888"/>
                  </a:lnTo>
                  <a:lnTo>
                    <a:pt x="124407" y="2321667"/>
                  </a:lnTo>
                  <a:lnTo>
                    <a:pt x="163561" y="2340242"/>
                  </a:lnTo>
                  <a:lnTo>
                    <a:pt x="206095" y="2351904"/>
                  </a:lnTo>
                  <a:lnTo>
                    <a:pt x="251301" y="2355949"/>
                  </a:lnTo>
                  <a:lnTo>
                    <a:pt x="5193559" y="2355949"/>
                  </a:lnTo>
                  <a:lnTo>
                    <a:pt x="5238764" y="2351904"/>
                  </a:lnTo>
                  <a:lnTo>
                    <a:pt x="5281297" y="2340242"/>
                  </a:lnTo>
                  <a:lnTo>
                    <a:pt x="5320452" y="2321667"/>
                  </a:lnTo>
                  <a:lnTo>
                    <a:pt x="5355521" y="2296888"/>
                  </a:lnTo>
                  <a:lnTo>
                    <a:pt x="5385799" y="2266611"/>
                  </a:lnTo>
                  <a:lnTo>
                    <a:pt x="5410578" y="2231542"/>
                  </a:lnTo>
                  <a:lnTo>
                    <a:pt x="5429153" y="2192387"/>
                  </a:lnTo>
                  <a:lnTo>
                    <a:pt x="5440815" y="2149853"/>
                  </a:lnTo>
                  <a:lnTo>
                    <a:pt x="5444860" y="2104647"/>
                  </a:lnTo>
                  <a:lnTo>
                    <a:pt x="5444860" y="251301"/>
                  </a:lnTo>
                  <a:lnTo>
                    <a:pt x="5440815" y="206095"/>
                  </a:lnTo>
                  <a:lnTo>
                    <a:pt x="5429153" y="163561"/>
                  </a:lnTo>
                  <a:lnTo>
                    <a:pt x="5410578" y="124407"/>
                  </a:lnTo>
                  <a:lnTo>
                    <a:pt x="5385799" y="89337"/>
                  </a:lnTo>
                  <a:lnTo>
                    <a:pt x="5355521" y="59060"/>
                  </a:lnTo>
                  <a:lnTo>
                    <a:pt x="5320452" y="34281"/>
                  </a:lnTo>
                  <a:lnTo>
                    <a:pt x="5281297" y="15707"/>
                  </a:lnTo>
                  <a:lnTo>
                    <a:pt x="5238764" y="4044"/>
                  </a:lnTo>
                  <a:lnTo>
                    <a:pt x="51935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71503" y="7643746"/>
              <a:ext cx="4942840" cy="104775"/>
            </a:xfrm>
            <a:custGeom>
              <a:avLst/>
              <a:gdLst/>
              <a:ahLst/>
              <a:cxnLst/>
              <a:rect l="l" t="t" r="r" b="b"/>
              <a:pathLst>
                <a:path w="4942840" h="104775">
                  <a:moveTo>
                    <a:pt x="4889903" y="0"/>
                  </a:moveTo>
                  <a:lnTo>
                    <a:pt x="52354" y="0"/>
                  </a:lnTo>
                  <a:lnTo>
                    <a:pt x="31964" y="4110"/>
                  </a:lnTo>
                  <a:lnTo>
                    <a:pt x="15324" y="15324"/>
                  </a:lnTo>
                  <a:lnTo>
                    <a:pt x="4110" y="31964"/>
                  </a:lnTo>
                  <a:lnTo>
                    <a:pt x="0" y="52354"/>
                  </a:lnTo>
                  <a:lnTo>
                    <a:pt x="4110" y="72744"/>
                  </a:lnTo>
                  <a:lnTo>
                    <a:pt x="15324" y="89384"/>
                  </a:lnTo>
                  <a:lnTo>
                    <a:pt x="31964" y="100598"/>
                  </a:lnTo>
                  <a:lnTo>
                    <a:pt x="52354" y="104708"/>
                  </a:lnTo>
                  <a:lnTo>
                    <a:pt x="4889903" y="104708"/>
                  </a:lnTo>
                  <a:lnTo>
                    <a:pt x="4910293" y="100598"/>
                  </a:lnTo>
                  <a:lnTo>
                    <a:pt x="4926933" y="89384"/>
                  </a:lnTo>
                  <a:lnTo>
                    <a:pt x="4938147" y="72744"/>
                  </a:lnTo>
                  <a:lnTo>
                    <a:pt x="4942257" y="52354"/>
                  </a:lnTo>
                  <a:lnTo>
                    <a:pt x="4938147" y="31964"/>
                  </a:lnTo>
                  <a:lnTo>
                    <a:pt x="4926933" y="15324"/>
                  </a:lnTo>
                  <a:lnTo>
                    <a:pt x="4910293" y="4110"/>
                  </a:lnTo>
                  <a:lnTo>
                    <a:pt x="4889903" y="0"/>
                  </a:lnTo>
                  <a:close/>
                </a:path>
              </a:pathLst>
            </a:custGeom>
            <a:solidFill>
              <a:srgbClr val="315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463511" y="7914616"/>
            <a:ext cx="4691380" cy="1631314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200" b="1" spc="270" dirty="0">
                <a:solidFill>
                  <a:srgbClr val="0F1828"/>
                </a:solidFill>
                <a:latin typeface="Trebuchet MS"/>
                <a:cs typeface="Trebuchet MS"/>
              </a:rPr>
              <a:t>Визуальная</a:t>
            </a:r>
            <a:r>
              <a:rPr sz="2200" b="1" spc="110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2200" b="1" spc="240" dirty="0">
                <a:solidFill>
                  <a:srgbClr val="0F1828"/>
                </a:solidFill>
                <a:latin typeface="Trebuchet MS"/>
                <a:cs typeface="Trebuchet MS"/>
              </a:rPr>
              <a:t>иерархия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18300"/>
              </a:lnSpc>
              <a:spcBef>
                <a:spcPts val="830"/>
              </a:spcBef>
            </a:pPr>
            <a:r>
              <a:rPr sz="1800" spc="160" dirty="0">
                <a:solidFill>
                  <a:srgbClr val="667085"/>
                </a:solidFill>
                <a:latin typeface="Trebuchet MS"/>
                <a:cs typeface="Trebuchet MS"/>
              </a:rPr>
              <a:t>Информация</a:t>
            </a:r>
            <a:r>
              <a:rPr sz="180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5" dirty="0">
                <a:solidFill>
                  <a:srgbClr val="667085"/>
                </a:solidFill>
                <a:latin typeface="Trebuchet MS"/>
                <a:cs typeface="Trebuchet MS"/>
              </a:rPr>
              <a:t>организована</a:t>
            </a:r>
            <a:r>
              <a:rPr sz="1800" spc="6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5" dirty="0">
                <a:solidFill>
                  <a:srgbClr val="667085"/>
                </a:solidFill>
                <a:latin typeface="Trebuchet MS"/>
                <a:cs typeface="Trebuchet MS"/>
              </a:rPr>
              <a:t>таким </a:t>
            </a:r>
            <a:r>
              <a:rPr sz="1800" spc="110" dirty="0">
                <a:solidFill>
                  <a:srgbClr val="667085"/>
                </a:solidFill>
                <a:latin typeface="Trebuchet MS"/>
                <a:cs typeface="Trebuchet MS"/>
              </a:rPr>
              <a:t>образом,</a:t>
            </a:r>
            <a:r>
              <a:rPr sz="1800" spc="4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5" dirty="0">
                <a:solidFill>
                  <a:srgbClr val="667085"/>
                </a:solidFill>
                <a:latin typeface="Trebuchet MS"/>
                <a:cs typeface="Trebuchet MS"/>
              </a:rPr>
              <a:t>чтобы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80" dirty="0">
                <a:solidFill>
                  <a:srgbClr val="667085"/>
                </a:solidFill>
                <a:latin typeface="Trebuchet MS"/>
                <a:cs typeface="Trebuchet MS"/>
              </a:rPr>
              <a:t>важные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75" dirty="0">
                <a:solidFill>
                  <a:srgbClr val="667085"/>
                </a:solidFill>
                <a:latin typeface="Trebuchet MS"/>
                <a:cs typeface="Trebuchet MS"/>
              </a:rPr>
              <a:t>данные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35" dirty="0">
                <a:solidFill>
                  <a:srgbClr val="667085"/>
                </a:solidFill>
                <a:latin typeface="Trebuchet MS"/>
                <a:cs typeface="Trebuchet MS"/>
              </a:rPr>
              <a:t>сразу </a:t>
            </a:r>
            <a:r>
              <a:rPr sz="1800" spc="130" dirty="0">
                <a:solidFill>
                  <a:srgbClr val="667085"/>
                </a:solidFill>
                <a:latin typeface="Trebuchet MS"/>
                <a:cs typeface="Trebuchet MS"/>
              </a:rPr>
              <a:t>бросались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35" dirty="0">
                <a:solidFill>
                  <a:srgbClr val="667085"/>
                </a:solidFill>
                <a:latin typeface="Trebuchet MS"/>
                <a:cs typeface="Trebuchet MS"/>
              </a:rPr>
              <a:t>в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05" dirty="0">
                <a:solidFill>
                  <a:srgbClr val="667085"/>
                </a:solidFill>
                <a:latin typeface="Trebuchet MS"/>
                <a:cs typeface="Trebuchet MS"/>
              </a:rPr>
              <a:t>глаза.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3298023" y="7643746"/>
            <a:ext cx="5445125" cy="2356485"/>
            <a:chOff x="13298023" y="7643746"/>
            <a:chExt cx="5445125" cy="2356485"/>
          </a:xfrm>
        </p:grpSpPr>
        <p:sp>
          <p:nvSpPr>
            <p:cNvPr id="27" name="object 27"/>
            <p:cNvSpPr/>
            <p:nvPr/>
          </p:nvSpPr>
          <p:spPr>
            <a:xfrm>
              <a:off x="13298023" y="7643746"/>
              <a:ext cx="5445125" cy="2356485"/>
            </a:xfrm>
            <a:custGeom>
              <a:avLst/>
              <a:gdLst/>
              <a:ahLst/>
              <a:cxnLst/>
              <a:rect l="l" t="t" r="r" b="b"/>
              <a:pathLst>
                <a:path w="5445125" h="2356484">
                  <a:moveTo>
                    <a:pt x="5193559" y="0"/>
                  </a:moveTo>
                  <a:lnTo>
                    <a:pt x="251301" y="0"/>
                  </a:lnTo>
                  <a:lnTo>
                    <a:pt x="206095" y="4044"/>
                  </a:lnTo>
                  <a:lnTo>
                    <a:pt x="163562" y="15707"/>
                  </a:lnTo>
                  <a:lnTo>
                    <a:pt x="124408" y="34281"/>
                  </a:lnTo>
                  <a:lnTo>
                    <a:pt x="89338" y="59060"/>
                  </a:lnTo>
                  <a:lnTo>
                    <a:pt x="59060" y="89337"/>
                  </a:lnTo>
                  <a:lnTo>
                    <a:pt x="34281" y="124407"/>
                  </a:lnTo>
                  <a:lnTo>
                    <a:pt x="15707" y="163561"/>
                  </a:lnTo>
                  <a:lnTo>
                    <a:pt x="4044" y="206095"/>
                  </a:lnTo>
                  <a:lnTo>
                    <a:pt x="0" y="251301"/>
                  </a:lnTo>
                  <a:lnTo>
                    <a:pt x="0" y="2104647"/>
                  </a:lnTo>
                  <a:lnTo>
                    <a:pt x="4044" y="2149853"/>
                  </a:lnTo>
                  <a:lnTo>
                    <a:pt x="15707" y="2192387"/>
                  </a:lnTo>
                  <a:lnTo>
                    <a:pt x="34281" y="2231542"/>
                  </a:lnTo>
                  <a:lnTo>
                    <a:pt x="59060" y="2266611"/>
                  </a:lnTo>
                  <a:lnTo>
                    <a:pt x="89338" y="2296888"/>
                  </a:lnTo>
                  <a:lnTo>
                    <a:pt x="124408" y="2321667"/>
                  </a:lnTo>
                  <a:lnTo>
                    <a:pt x="163562" y="2340242"/>
                  </a:lnTo>
                  <a:lnTo>
                    <a:pt x="206095" y="2351904"/>
                  </a:lnTo>
                  <a:lnTo>
                    <a:pt x="251301" y="2355949"/>
                  </a:lnTo>
                  <a:lnTo>
                    <a:pt x="5193559" y="2355949"/>
                  </a:lnTo>
                  <a:lnTo>
                    <a:pt x="5238764" y="2351904"/>
                  </a:lnTo>
                  <a:lnTo>
                    <a:pt x="5281297" y="2340242"/>
                  </a:lnTo>
                  <a:lnTo>
                    <a:pt x="5320452" y="2321667"/>
                  </a:lnTo>
                  <a:lnTo>
                    <a:pt x="5355521" y="2296888"/>
                  </a:lnTo>
                  <a:lnTo>
                    <a:pt x="5385799" y="2266611"/>
                  </a:lnTo>
                  <a:lnTo>
                    <a:pt x="5410578" y="2231542"/>
                  </a:lnTo>
                  <a:lnTo>
                    <a:pt x="5429153" y="2192387"/>
                  </a:lnTo>
                  <a:lnTo>
                    <a:pt x="5440815" y="2149853"/>
                  </a:lnTo>
                  <a:lnTo>
                    <a:pt x="5444860" y="2104647"/>
                  </a:lnTo>
                  <a:lnTo>
                    <a:pt x="5444860" y="251301"/>
                  </a:lnTo>
                  <a:lnTo>
                    <a:pt x="5440815" y="206095"/>
                  </a:lnTo>
                  <a:lnTo>
                    <a:pt x="5429153" y="163561"/>
                  </a:lnTo>
                  <a:lnTo>
                    <a:pt x="5410578" y="124407"/>
                  </a:lnTo>
                  <a:lnTo>
                    <a:pt x="5385799" y="89337"/>
                  </a:lnTo>
                  <a:lnTo>
                    <a:pt x="5355521" y="59060"/>
                  </a:lnTo>
                  <a:lnTo>
                    <a:pt x="5320452" y="34281"/>
                  </a:lnTo>
                  <a:lnTo>
                    <a:pt x="5281297" y="15707"/>
                  </a:lnTo>
                  <a:lnTo>
                    <a:pt x="5238764" y="4044"/>
                  </a:lnTo>
                  <a:lnTo>
                    <a:pt x="51935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3549325" y="7643746"/>
              <a:ext cx="4942840" cy="104775"/>
            </a:xfrm>
            <a:custGeom>
              <a:avLst/>
              <a:gdLst/>
              <a:ahLst/>
              <a:cxnLst/>
              <a:rect l="l" t="t" r="r" b="b"/>
              <a:pathLst>
                <a:path w="4942840" h="104775">
                  <a:moveTo>
                    <a:pt x="4889903" y="0"/>
                  </a:moveTo>
                  <a:lnTo>
                    <a:pt x="52354" y="0"/>
                  </a:lnTo>
                  <a:lnTo>
                    <a:pt x="31964" y="4110"/>
                  </a:lnTo>
                  <a:lnTo>
                    <a:pt x="15324" y="15324"/>
                  </a:lnTo>
                  <a:lnTo>
                    <a:pt x="4110" y="31964"/>
                  </a:lnTo>
                  <a:lnTo>
                    <a:pt x="0" y="52354"/>
                  </a:lnTo>
                  <a:lnTo>
                    <a:pt x="4110" y="72744"/>
                  </a:lnTo>
                  <a:lnTo>
                    <a:pt x="15324" y="89384"/>
                  </a:lnTo>
                  <a:lnTo>
                    <a:pt x="31964" y="100598"/>
                  </a:lnTo>
                  <a:lnTo>
                    <a:pt x="52354" y="104708"/>
                  </a:lnTo>
                  <a:lnTo>
                    <a:pt x="4889903" y="104708"/>
                  </a:lnTo>
                  <a:lnTo>
                    <a:pt x="4910293" y="100598"/>
                  </a:lnTo>
                  <a:lnTo>
                    <a:pt x="4926933" y="89384"/>
                  </a:lnTo>
                  <a:lnTo>
                    <a:pt x="4938147" y="72744"/>
                  </a:lnTo>
                  <a:lnTo>
                    <a:pt x="4942257" y="52354"/>
                  </a:lnTo>
                  <a:lnTo>
                    <a:pt x="4938147" y="31964"/>
                  </a:lnTo>
                  <a:lnTo>
                    <a:pt x="4926933" y="15324"/>
                  </a:lnTo>
                  <a:lnTo>
                    <a:pt x="4910293" y="4110"/>
                  </a:lnTo>
                  <a:lnTo>
                    <a:pt x="4889903" y="0"/>
                  </a:lnTo>
                  <a:close/>
                </a:path>
              </a:pathLst>
            </a:custGeom>
            <a:solidFill>
              <a:srgbClr val="315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3641334" y="7914616"/>
            <a:ext cx="4744720" cy="1631314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200" b="1" spc="295" dirty="0">
                <a:solidFill>
                  <a:srgbClr val="0F1828"/>
                </a:solidFill>
                <a:latin typeface="Trebuchet MS"/>
                <a:cs typeface="Trebuchet MS"/>
              </a:rPr>
              <a:t>Удобные</a:t>
            </a:r>
            <a:r>
              <a:rPr sz="2200" b="1" spc="130" dirty="0">
                <a:solidFill>
                  <a:srgbClr val="0F1828"/>
                </a:solidFill>
                <a:latin typeface="Trebuchet MS"/>
                <a:cs typeface="Trebuchet MS"/>
              </a:rPr>
              <a:t> </a:t>
            </a:r>
            <a:r>
              <a:rPr sz="2200" b="1" spc="305" dirty="0">
                <a:solidFill>
                  <a:srgbClr val="0F1828"/>
                </a:solidFill>
                <a:latin typeface="Trebuchet MS"/>
                <a:cs typeface="Trebuchet MS"/>
              </a:rPr>
              <a:t>формы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18300"/>
              </a:lnSpc>
              <a:spcBef>
                <a:spcPts val="830"/>
              </a:spcBef>
            </a:pPr>
            <a:r>
              <a:rPr sz="1800" spc="160" dirty="0">
                <a:solidFill>
                  <a:srgbClr val="667085"/>
                </a:solidFill>
                <a:latin typeface="Trebuchet MS"/>
                <a:cs typeface="Trebuchet MS"/>
              </a:rPr>
              <a:t>Оптимизированные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5" dirty="0">
                <a:solidFill>
                  <a:srgbClr val="667085"/>
                </a:solidFill>
                <a:latin typeface="Trebuchet MS"/>
                <a:cs typeface="Trebuchet MS"/>
              </a:rPr>
              <a:t>поля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5" dirty="0">
                <a:solidFill>
                  <a:srgbClr val="667085"/>
                </a:solidFill>
                <a:latin typeface="Trebuchet MS"/>
                <a:cs typeface="Trebuchet MS"/>
              </a:rPr>
              <a:t>для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ввода </a:t>
            </a:r>
            <a:r>
              <a:rPr sz="1800" spc="180" dirty="0">
                <a:solidFill>
                  <a:srgbClr val="667085"/>
                </a:solidFill>
                <a:latin typeface="Trebuchet MS"/>
                <a:cs typeface="Trebuchet MS"/>
              </a:rPr>
              <a:t>данных</a:t>
            </a:r>
            <a:r>
              <a:rPr sz="180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0" dirty="0">
                <a:solidFill>
                  <a:srgbClr val="667085"/>
                </a:solidFill>
                <a:latin typeface="Trebuchet MS"/>
                <a:cs typeface="Trebuchet MS"/>
              </a:rPr>
              <a:t>ускоряют</a:t>
            </a:r>
            <a:r>
              <a:rPr sz="1800" spc="6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667085"/>
                </a:solidFill>
                <a:latin typeface="Trebuchet MS"/>
                <a:cs typeface="Trebuchet MS"/>
              </a:rPr>
              <a:t>процесс</a:t>
            </a:r>
            <a:r>
              <a:rPr sz="1800" spc="6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667085"/>
                </a:solidFill>
                <a:latin typeface="Trebuchet MS"/>
                <a:cs typeface="Trebuchet MS"/>
              </a:rPr>
              <a:t>заполнения </a:t>
            </a:r>
            <a:r>
              <a:rPr sz="1800" spc="130" dirty="0">
                <a:solidFill>
                  <a:srgbClr val="667085"/>
                </a:solidFill>
                <a:latin typeface="Trebuchet MS"/>
                <a:cs typeface="Trebuchet MS"/>
              </a:rPr>
              <a:t>документов.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1DB568-F53D-A3E7-AF39-00CB1DC90918}"/>
              </a:ext>
            </a:extLst>
          </p:cNvPr>
          <p:cNvSpPr txBox="1"/>
          <p:nvPr/>
        </p:nvSpPr>
        <p:spPr>
          <a:xfrm>
            <a:off x="961703" y="10240408"/>
            <a:ext cx="17781445" cy="419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30480">
              <a:lnSpc>
                <a:spcPct val="119800"/>
              </a:lnSpc>
              <a:spcBef>
                <a:spcPts val="95"/>
              </a:spcBef>
            </a:pPr>
            <a:r>
              <a:rPr lang="ru-RU" sz="1950" b="1" spc="175" dirty="0">
                <a:solidFill>
                  <a:srgbClr val="315DFB"/>
                </a:solidFill>
                <a:latin typeface="Trebuchet MS"/>
                <a:cs typeface="Trebuchet MS"/>
              </a:rPr>
              <a:t>Каждый аспект дизайна призван помочь пользователю быстро разобраться и </a:t>
            </a:r>
            <a:r>
              <a:rPr lang="ru-RU" sz="1950" b="1" spc="175" dirty="0" err="1">
                <a:solidFill>
                  <a:srgbClr val="315DFB"/>
                </a:solidFill>
                <a:latin typeface="Trebuchet MS"/>
                <a:cs typeface="Trebuchet MS"/>
              </a:rPr>
              <a:t>выпонить</a:t>
            </a:r>
            <a:r>
              <a:rPr lang="ru-RU" sz="1950" b="1" spc="175" dirty="0">
                <a:solidFill>
                  <a:srgbClr val="315DFB"/>
                </a:solidFill>
                <a:latin typeface="Trebuchet MS"/>
                <a:cs typeface="Trebuchet MS"/>
              </a:rPr>
              <a:t> задачу с минимальными усилиями.</a:t>
            </a:r>
            <a:endParaRPr lang="ru-RU" sz="195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9079578" y="10366253"/>
            <a:ext cx="252095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120" dirty="0">
                <a:solidFill>
                  <a:srgbClr val="667085"/>
                </a:solidFill>
                <a:latin typeface="Trebuchet MS"/>
                <a:cs typeface="Trebuchet MS"/>
              </a:rPr>
              <a:t>06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FD84F1A-E1A4-1F0B-6679-E37DA3021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62" y="549275"/>
            <a:ext cx="17995376" cy="1042703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9079578" y="10366253"/>
            <a:ext cx="252095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120" dirty="0">
                <a:solidFill>
                  <a:srgbClr val="667085"/>
                </a:solidFill>
                <a:latin typeface="Trebuchet MS"/>
                <a:cs typeface="Trebuchet MS"/>
              </a:rPr>
              <a:t>07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46F9AA1-A0CF-BADA-FBA5-64C338187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80" y="549275"/>
            <a:ext cx="18042900" cy="104394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9079578" y="10366253"/>
            <a:ext cx="252095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120" dirty="0">
                <a:solidFill>
                  <a:srgbClr val="667085"/>
                </a:solidFill>
                <a:latin typeface="Trebuchet MS"/>
                <a:cs typeface="Trebuchet MS"/>
              </a:rPr>
              <a:t>08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9CDBF1F-9700-F0A2-7C73-E9631101C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50" y="400073"/>
            <a:ext cx="17221200" cy="1057039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9679" y="741203"/>
            <a:ext cx="1041400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175" dirty="0">
                <a:solidFill>
                  <a:srgbClr val="315DFB"/>
                </a:solidFill>
                <a:latin typeface="Trebuchet MS"/>
                <a:cs typeface="Trebuchet MS"/>
              </a:rPr>
              <a:t>08</a:t>
            </a:r>
            <a:r>
              <a:rPr sz="1450" b="1" spc="65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1450" b="1" dirty="0">
                <a:solidFill>
                  <a:srgbClr val="315DFB"/>
                </a:solidFill>
                <a:latin typeface="Trebuchet MS"/>
                <a:cs typeface="Trebuchet MS"/>
              </a:rPr>
              <a:t>/</a:t>
            </a:r>
            <a:r>
              <a:rPr sz="1450" b="1" spc="65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1450" b="1" spc="165" dirty="0">
                <a:solidFill>
                  <a:srgbClr val="315DFB"/>
                </a:solidFill>
                <a:latin typeface="Trebuchet MS"/>
                <a:cs typeface="Trebuchet MS"/>
              </a:rPr>
              <a:t>TECH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95" dirty="0"/>
              <a:t>Архитектура</a:t>
            </a:r>
            <a:r>
              <a:rPr spc="220" dirty="0"/>
              <a:t> </a:t>
            </a:r>
            <a:r>
              <a:rPr spc="409" dirty="0"/>
              <a:t>системы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9679" y="2967314"/>
            <a:ext cx="16896715" cy="842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95"/>
              </a:spcBef>
            </a:pPr>
            <a:r>
              <a:rPr sz="2300" spc="150" dirty="0">
                <a:solidFill>
                  <a:srgbClr val="1C2838"/>
                </a:solidFill>
                <a:latin typeface="Trebuchet MS"/>
                <a:cs typeface="Trebuchet MS"/>
              </a:rPr>
              <a:t>DocHelper</a:t>
            </a:r>
            <a:r>
              <a:rPr sz="2300" spc="55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195" dirty="0">
                <a:solidFill>
                  <a:srgbClr val="1C2838"/>
                </a:solidFill>
                <a:latin typeface="Trebuchet MS"/>
                <a:cs typeface="Trebuchet MS"/>
              </a:rPr>
              <a:t>состоит</a:t>
            </a:r>
            <a:r>
              <a:rPr sz="2300" spc="55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175" dirty="0">
                <a:solidFill>
                  <a:srgbClr val="1C2838"/>
                </a:solidFill>
                <a:latin typeface="Trebuchet MS"/>
                <a:cs typeface="Trebuchet MS"/>
              </a:rPr>
              <a:t>из</a:t>
            </a:r>
            <a:r>
              <a:rPr sz="23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200" dirty="0">
                <a:solidFill>
                  <a:srgbClr val="1C2838"/>
                </a:solidFill>
                <a:latin typeface="Trebuchet MS"/>
                <a:cs typeface="Trebuchet MS"/>
              </a:rPr>
              <a:t>трех</a:t>
            </a:r>
            <a:r>
              <a:rPr sz="2300" spc="55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185" dirty="0">
                <a:solidFill>
                  <a:srgbClr val="1C2838"/>
                </a:solidFill>
                <a:latin typeface="Trebuchet MS"/>
                <a:cs typeface="Trebuchet MS"/>
              </a:rPr>
              <a:t>ключевых</a:t>
            </a:r>
            <a:r>
              <a:rPr sz="2300" spc="55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170" dirty="0">
                <a:solidFill>
                  <a:srgbClr val="1C2838"/>
                </a:solidFill>
                <a:latin typeface="Trebuchet MS"/>
                <a:cs typeface="Trebuchet MS"/>
              </a:rPr>
              <a:t>компонентов,</a:t>
            </a:r>
            <a:r>
              <a:rPr sz="23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200" dirty="0">
                <a:solidFill>
                  <a:srgbClr val="1C2838"/>
                </a:solidFill>
                <a:latin typeface="Trebuchet MS"/>
                <a:cs typeface="Trebuchet MS"/>
              </a:rPr>
              <a:t>которые</a:t>
            </a:r>
            <a:r>
              <a:rPr sz="2300" spc="55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204" dirty="0">
                <a:solidFill>
                  <a:srgbClr val="1C2838"/>
                </a:solidFill>
                <a:latin typeface="Trebuchet MS"/>
                <a:cs typeface="Trebuchet MS"/>
              </a:rPr>
              <a:t>слаженно</a:t>
            </a:r>
            <a:r>
              <a:rPr sz="2300" spc="55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229" dirty="0">
                <a:solidFill>
                  <a:srgbClr val="1C2838"/>
                </a:solidFill>
                <a:latin typeface="Trebuchet MS"/>
                <a:cs typeface="Trebuchet MS"/>
              </a:rPr>
              <a:t>работают</a:t>
            </a:r>
            <a:r>
              <a:rPr sz="2300" spc="6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170" dirty="0">
                <a:solidFill>
                  <a:srgbClr val="1C2838"/>
                </a:solidFill>
                <a:latin typeface="Trebuchet MS"/>
                <a:cs typeface="Trebuchet MS"/>
              </a:rPr>
              <a:t>вместе</a:t>
            </a:r>
            <a:r>
              <a:rPr sz="2300" spc="55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200" dirty="0">
                <a:solidFill>
                  <a:srgbClr val="1C2838"/>
                </a:solidFill>
                <a:latin typeface="Trebuchet MS"/>
                <a:cs typeface="Trebuchet MS"/>
              </a:rPr>
              <a:t>для</a:t>
            </a:r>
            <a:r>
              <a:rPr sz="2300" spc="55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204" dirty="0">
                <a:solidFill>
                  <a:srgbClr val="1C2838"/>
                </a:solidFill>
                <a:latin typeface="Trebuchet MS"/>
                <a:cs typeface="Trebuchet MS"/>
              </a:rPr>
              <a:t>автоматизации </a:t>
            </a:r>
            <a:r>
              <a:rPr sz="2300" spc="200" dirty="0">
                <a:solidFill>
                  <a:srgbClr val="1C2838"/>
                </a:solidFill>
                <a:latin typeface="Trebuchet MS"/>
                <a:cs typeface="Trebuchet MS"/>
              </a:rPr>
              <a:t>подготовки</a:t>
            </a:r>
            <a:r>
              <a:rPr sz="2300" spc="80" dirty="0">
                <a:solidFill>
                  <a:srgbClr val="1C2838"/>
                </a:solidFill>
                <a:latin typeface="Trebuchet MS"/>
                <a:cs typeface="Trebuchet MS"/>
              </a:rPr>
              <a:t> </a:t>
            </a:r>
            <a:r>
              <a:rPr sz="2300" spc="155" dirty="0">
                <a:solidFill>
                  <a:srgbClr val="1C2838"/>
                </a:solidFill>
                <a:latin typeface="Trebuchet MS"/>
                <a:cs typeface="Trebuchet MS"/>
              </a:rPr>
              <a:t>документов.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42379" y="4502480"/>
            <a:ext cx="5445125" cy="3665220"/>
            <a:chOff x="942379" y="4502480"/>
            <a:chExt cx="5445125" cy="3665220"/>
          </a:xfrm>
        </p:grpSpPr>
        <p:sp>
          <p:nvSpPr>
            <p:cNvPr id="6" name="object 6"/>
            <p:cNvSpPr/>
            <p:nvPr/>
          </p:nvSpPr>
          <p:spPr>
            <a:xfrm>
              <a:off x="942379" y="4502480"/>
              <a:ext cx="5445125" cy="3665220"/>
            </a:xfrm>
            <a:custGeom>
              <a:avLst/>
              <a:gdLst/>
              <a:ahLst/>
              <a:cxnLst/>
              <a:rect l="l" t="t" r="r" b="b"/>
              <a:pathLst>
                <a:path w="5445125" h="3665220">
                  <a:moveTo>
                    <a:pt x="5193559" y="0"/>
                  </a:moveTo>
                  <a:lnTo>
                    <a:pt x="251301" y="0"/>
                  </a:lnTo>
                  <a:lnTo>
                    <a:pt x="206095" y="4044"/>
                  </a:lnTo>
                  <a:lnTo>
                    <a:pt x="163561" y="15707"/>
                  </a:lnTo>
                  <a:lnTo>
                    <a:pt x="124407" y="34281"/>
                  </a:lnTo>
                  <a:lnTo>
                    <a:pt x="89337" y="59060"/>
                  </a:lnTo>
                  <a:lnTo>
                    <a:pt x="59060" y="89337"/>
                  </a:lnTo>
                  <a:lnTo>
                    <a:pt x="34281" y="124407"/>
                  </a:lnTo>
                  <a:lnTo>
                    <a:pt x="15707" y="163561"/>
                  </a:lnTo>
                  <a:lnTo>
                    <a:pt x="4044" y="206095"/>
                  </a:lnTo>
                  <a:lnTo>
                    <a:pt x="0" y="251301"/>
                  </a:lnTo>
                  <a:lnTo>
                    <a:pt x="0" y="3413508"/>
                  </a:lnTo>
                  <a:lnTo>
                    <a:pt x="4044" y="3458714"/>
                  </a:lnTo>
                  <a:lnTo>
                    <a:pt x="15707" y="3501247"/>
                  </a:lnTo>
                  <a:lnTo>
                    <a:pt x="34281" y="3540402"/>
                  </a:lnTo>
                  <a:lnTo>
                    <a:pt x="59060" y="3575472"/>
                  </a:lnTo>
                  <a:lnTo>
                    <a:pt x="89337" y="3605749"/>
                  </a:lnTo>
                  <a:lnTo>
                    <a:pt x="124407" y="3630528"/>
                  </a:lnTo>
                  <a:lnTo>
                    <a:pt x="163561" y="3649102"/>
                  </a:lnTo>
                  <a:lnTo>
                    <a:pt x="206095" y="3660765"/>
                  </a:lnTo>
                  <a:lnTo>
                    <a:pt x="251301" y="3664809"/>
                  </a:lnTo>
                  <a:lnTo>
                    <a:pt x="5193559" y="3664809"/>
                  </a:lnTo>
                  <a:lnTo>
                    <a:pt x="5238764" y="3660765"/>
                  </a:lnTo>
                  <a:lnTo>
                    <a:pt x="5281298" y="3649102"/>
                  </a:lnTo>
                  <a:lnTo>
                    <a:pt x="5320453" y="3630528"/>
                  </a:lnTo>
                  <a:lnTo>
                    <a:pt x="5355522" y="3605749"/>
                  </a:lnTo>
                  <a:lnTo>
                    <a:pt x="5385800" y="3575472"/>
                  </a:lnTo>
                  <a:lnTo>
                    <a:pt x="5410579" y="3540402"/>
                  </a:lnTo>
                  <a:lnTo>
                    <a:pt x="5429153" y="3501247"/>
                  </a:lnTo>
                  <a:lnTo>
                    <a:pt x="5440815" y="3458714"/>
                  </a:lnTo>
                  <a:lnTo>
                    <a:pt x="5444860" y="3413508"/>
                  </a:lnTo>
                  <a:lnTo>
                    <a:pt x="5444860" y="251301"/>
                  </a:lnTo>
                  <a:lnTo>
                    <a:pt x="5440815" y="206095"/>
                  </a:lnTo>
                  <a:lnTo>
                    <a:pt x="5429153" y="163561"/>
                  </a:lnTo>
                  <a:lnTo>
                    <a:pt x="5410579" y="124407"/>
                  </a:lnTo>
                  <a:lnTo>
                    <a:pt x="5385800" y="89337"/>
                  </a:lnTo>
                  <a:lnTo>
                    <a:pt x="5355522" y="59060"/>
                  </a:lnTo>
                  <a:lnTo>
                    <a:pt x="5320453" y="34281"/>
                  </a:lnTo>
                  <a:lnTo>
                    <a:pt x="5281298" y="15707"/>
                  </a:lnTo>
                  <a:lnTo>
                    <a:pt x="5238764" y="4044"/>
                  </a:lnTo>
                  <a:lnTo>
                    <a:pt x="51935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93680" y="4502480"/>
              <a:ext cx="4942840" cy="104775"/>
            </a:xfrm>
            <a:custGeom>
              <a:avLst/>
              <a:gdLst/>
              <a:ahLst/>
              <a:cxnLst/>
              <a:rect l="l" t="t" r="r" b="b"/>
              <a:pathLst>
                <a:path w="4942840" h="104775">
                  <a:moveTo>
                    <a:pt x="4889903" y="0"/>
                  </a:moveTo>
                  <a:lnTo>
                    <a:pt x="52354" y="0"/>
                  </a:lnTo>
                  <a:lnTo>
                    <a:pt x="31964" y="4110"/>
                  </a:lnTo>
                  <a:lnTo>
                    <a:pt x="15324" y="15324"/>
                  </a:lnTo>
                  <a:lnTo>
                    <a:pt x="4110" y="31964"/>
                  </a:lnTo>
                  <a:lnTo>
                    <a:pt x="0" y="52354"/>
                  </a:lnTo>
                  <a:lnTo>
                    <a:pt x="4110" y="72744"/>
                  </a:lnTo>
                  <a:lnTo>
                    <a:pt x="15324" y="89384"/>
                  </a:lnTo>
                  <a:lnTo>
                    <a:pt x="31964" y="100598"/>
                  </a:lnTo>
                  <a:lnTo>
                    <a:pt x="52354" y="104708"/>
                  </a:lnTo>
                  <a:lnTo>
                    <a:pt x="4889903" y="104708"/>
                  </a:lnTo>
                  <a:lnTo>
                    <a:pt x="4910293" y="100598"/>
                  </a:lnTo>
                  <a:lnTo>
                    <a:pt x="4926933" y="89384"/>
                  </a:lnTo>
                  <a:lnTo>
                    <a:pt x="4938147" y="72744"/>
                  </a:lnTo>
                  <a:lnTo>
                    <a:pt x="4942257" y="52354"/>
                  </a:lnTo>
                  <a:lnTo>
                    <a:pt x="4938147" y="31964"/>
                  </a:lnTo>
                  <a:lnTo>
                    <a:pt x="4926933" y="15324"/>
                  </a:lnTo>
                  <a:lnTo>
                    <a:pt x="4910293" y="4110"/>
                  </a:lnTo>
                  <a:lnTo>
                    <a:pt x="4889903" y="0"/>
                  </a:lnTo>
                  <a:close/>
                </a:path>
              </a:pathLst>
            </a:custGeom>
            <a:solidFill>
              <a:srgbClr val="315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85689" y="4773351"/>
            <a:ext cx="4399280" cy="2280285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200" b="1" spc="280" dirty="0">
                <a:solidFill>
                  <a:srgbClr val="0F1828"/>
                </a:solidFill>
                <a:latin typeface="Trebuchet MS"/>
                <a:cs typeface="Trebuchet MS"/>
              </a:rPr>
              <a:t>Фронтенд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18300"/>
              </a:lnSpc>
              <a:spcBef>
                <a:spcPts val="830"/>
              </a:spcBef>
            </a:pPr>
            <a:r>
              <a:rPr sz="1800" spc="114" dirty="0">
                <a:solidFill>
                  <a:srgbClr val="667085"/>
                </a:solidFill>
                <a:latin typeface="Trebuchet MS"/>
                <a:cs typeface="Trebuchet MS"/>
              </a:rPr>
              <a:t>Веб-</a:t>
            </a:r>
            <a:r>
              <a:rPr sz="1800" spc="125" dirty="0">
                <a:solidFill>
                  <a:srgbClr val="667085"/>
                </a:solidFill>
                <a:latin typeface="Trebuchet MS"/>
                <a:cs typeface="Trebuchet MS"/>
              </a:rPr>
              <a:t>интерфейс,</a:t>
            </a:r>
            <a:r>
              <a:rPr sz="180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30" dirty="0">
                <a:solidFill>
                  <a:srgbClr val="667085"/>
                </a:solidFill>
                <a:latin typeface="Trebuchet MS"/>
                <a:cs typeface="Trebuchet MS"/>
              </a:rPr>
              <a:t>через</a:t>
            </a:r>
            <a:r>
              <a:rPr sz="180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5" dirty="0">
                <a:solidFill>
                  <a:srgbClr val="667085"/>
                </a:solidFill>
                <a:latin typeface="Trebuchet MS"/>
                <a:cs typeface="Trebuchet MS"/>
              </a:rPr>
              <a:t>который</a:t>
            </a:r>
            <a:r>
              <a:rPr sz="180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35" dirty="0">
                <a:solidFill>
                  <a:srgbClr val="667085"/>
                </a:solidFill>
                <a:latin typeface="Trebuchet MS"/>
                <a:cs typeface="Trebuchet MS"/>
              </a:rPr>
              <a:t>вы </a:t>
            </a:r>
            <a:r>
              <a:rPr sz="1800" spc="160" dirty="0">
                <a:solidFill>
                  <a:srgbClr val="667085"/>
                </a:solidFill>
                <a:latin typeface="Trebuchet MS"/>
                <a:cs typeface="Trebuchet MS"/>
              </a:rPr>
              <a:t>вводите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25" dirty="0">
                <a:solidFill>
                  <a:srgbClr val="667085"/>
                </a:solidFill>
                <a:latin typeface="Trebuchet MS"/>
                <a:cs typeface="Trebuchet MS"/>
              </a:rPr>
              <a:t>текст,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5" dirty="0">
                <a:solidFill>
                  <a:srgbClr val="667085"/>
                </a:solidFill>
                <a:latin typeface="Trebuchet MS"/>
                <a:cs typeface="Trebuchet MS"/>
              </a:rPr>
              <a:t>выбираете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70" dirty="0">
                <a:solidFill>
                  <a:srgbClr val="667085"/>
                </a:solidFill>
                <a:latin typeface="Trebuchet MS"/>
                <a:cs typeface="Trebuchet MS"/>
              </a:rPr>
              <a:t>тип </a:t>
            </a:r>
            <a:r>
              <a:rPr sz="1800" spc="175" dirty="0">
                <a:solidFill>
                  <a:srgbClr val="667085"/>
                </a:solidFill>
                <a:latin typeface="Trebuchet MS"/>
                <a:cs typeface="Trebuchet MS"/>
              </a:rPr>
              <a:t>документа</a:t>
            </a:r>
            <a:r>
              <a:rPr sz="1800" spc="3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и</a:t>
            </a:r>
            <a:r>
              <a:rPr sz="1800" spc="3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5" dirty="0">
                <a:solidFill>
                  <a:srgbClr val="667085"/>
                </a:solidFill>
                <a:latin typeface="Trebuchet MS"/>
                <a:cs typeface="Trebuchet MS"/>
              </a:rPr>
              <a:t>указываете </a:t>
            </a: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необходимые</a:t>
            </a:r>
            <a:r>
              <a:rPr sz="180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45" dirty="0">
                <a:solidFill>
                  <a:srgbClr val="667085"/>
                </a:solidFill>
                <a:latin typeface="Trebuchet MS"/>
                <a:cs typeface="Trebuchet MS"/>
              </a:rPr>
              <a:t>параметры.</a:t>
            </a:r>
            <a:r>
              <a:rPr sz="180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85" dirty="0">
                <a:solidFill>
                  <a:srgbClr val="667085"/>
                </a:solidFill>
                <a:latin typeface="Trebuchet MS"/>
                <a:cs typeface="Trebuchet MS"/>
              </a:rPr>
              <a:t>Это</a:t>
            </a:r>
            <a:r>
              <a:rPr sz="180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75" dirty="0">
                <a:solidFill>
                  <a:srgbClr val="667085"/>
                </a:solidFill>
                <a:latin typeface="Trebuchet MS"/>
                <a:cs typeface="Trebuchet MS"/>
              </a:rPr>
              <a:t>ваша </a:t>
            </a:r>
            <a:r>
              <a:rPr sz="1800" spc="170" dirty="0">
                <a:solidFill>
                  <a:srgbClr val="667085"/>
                </a:solidFill>
                <a:latin typeface="Trebuchet MS"/>
                <a:cs typeface="Trebuchet MS"/>
              </a:rPr>
              <a:t>точка</a:t>
            </a:r>
            <a:r>
              <a:rPr sz="180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взаимодействия</a:t>
            </a:r>
            <a:r>
              <a:rPr sz="1800" spc="6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90" dirty="0">
                <a:solidFill>
                  <a:srgbClr val="667085"/>
                </a:solidFill>
                <a:latin typeface="Trebuchet MS"/>
                <a:cs typeface="Trebuchet MS"/>
              </a:rPr>
              <a:t>с</a:t>
            </a:r>
            <a:r>
              <a:rPr sz="180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95" dirty="0">
                <a:solidFill>
                  <a:srgbClr val="667085"/>
                </a:solidFill>
                <a:latin typeface="Trebuchet MS"/>
                <a:cs typeface="Trebuchet MS"/>
              </a:rPr>
              <a:t>DocHelper.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120201" y="4502480"/>
            <a:ext cx="5445125" cy="3665220"/>
            <a:chOff x="7120201" y="4502480"/>
            <a:chExt cx="5445125" cy="3665220"/>
          </a:xfrm>
        </p:grpSpPr>
        <p:sp>
          <p:nvSpPr>
            <p:cNvPr id="10" name="object 10"/>
            <p:cNvSpPr/>
            <p:nvPr/>
          </p:nvSpPr>
          <p:spPr>
            <a:xfrm>
              <a:off x="7120201" y="4502480"/>
              <a:ext cx="5445125" cy="3665220"/>
            </a:xfrm>
            <a:custGeom>
              <a:avLst/>
              <a:gdLst/>
              <a:ahLst/>
              <a:cxnLst/>
              <a:rect l="l" t="t" r="r" b="b"/>
              <a:pathLst>
                <a:path w="5445125" h="3665220">
                  <a:moveTo>
                    <a:pt x="5193559" y="0"/>
                  </a:moveTo>
                  <a:lnTo>
                    <a:pt x="251301" y="0"/>
                  </a:lnTo>
                  <a:lnTo>
                    <a:pt x="206095" y="4044"/>
                  </a:lnTo>
                  <a:lnTo>
                    <a:pt x="163561" y="15707"/>
                  </a:lnTo>
                  <a:lnTo>
                    <a:pt x="124407" y="34281"/>
                  </a:lnTo>
                  <a:lnTo>
                    <a:pt x="89337" y="59060"/>
                  </a:lnTo>
                  <a:lnTo>
                    <a:pt x="59060" y="89337"/>
                  </a:lnTo>
                  <a:lnTo>
                    <a:pt x="34281" y="124407"/>
                  </a:lnTo>
                  <a:lnTo>
                    <a:pt x="15707" y="163561"/>
                  </a:lnTo>
                  <a:lnTo>
                    <a:pt x="4044" y="206095"/>
                  </a:lnTo>
                  <a:lnTo>
                    <a:pt x="0" y="251301"/>
                  </a:lnTo>
                  <a:lnTo>
                    <a:pt x="0" y="3413508"/>
                  </a:lnTo>
                  <a:lnTo>
                    <a:pt x="4044" y="3458714"/>
                  </a:lnTo>
                  <a:lnTo>
                    <a:pt x="15707" y="3501247"/>
                  </a:lnTo>
                  <a:lnTo>
                    <a:pt x="34281" y="3540402"/>
                  </a:lnTo>
                  <a:lnTo>
                    <a:pt x="59060" y="3575472"/>
                  </a:lnTo>
                  <a:lnTo>
                    <a:pt x="89337" y="3605749"/>
                  </a:lnTo>
                  <a:lnTo>
                    <a:pt x="124407" y="3630528"/>
                  </a:lnTo>
                  <a:lnTo>
                    <a:pt x="163561" y="3649102"/>
                  </a:lnTo>
                  <a:lnTo>
                    <a:pt x="206095" y="3660765"/>
                  </a:lnTo>
                  <a:lnTo>
                    <a:pt x="251301" y="3664809"/>
                  </a:lnTo>
                  <a:lnTo>
                    <a:pt x="5193559" y="3664809"/>
                  </a:lnTo>
                  <a:lnTo>
                    <a:pt x="5238764" y="3660765"/>
                  </a:lnTo>
                  <a:lnTo>
                    <a:pt x="5281297" y="3649102"/>
                  </a:lnTo>
                  <a:lnTo>
                    <a:pt x="5320452" y="3630528"/>
                  </a:lnTo>
                  <a:lnTo>
                    <a:pt x="5355521" y="3605749"/>
                  </a:lnTo>
                  <a:lnTo>
                    <a:pt x="5385799" y="3575472"/>
                  </a:lnTo>
                  <a:lnTo>
                    <a:pt x="5410578" y="3540402"/>
                  </a:lnTo>
                  <a:lnTo>
                    <a:pt x="5429153" y="3501247"/>
                  </a:lnTo>
                  <a:lnTo>
                    <a:pt x="5440815" y="3458714"/>
                  </a:lnTo>
                  <a:lnTo>
                    <a:pt x="5444860" y="3413508"/>
                  </a:lnTo>
                  <a:lnTo>
                    <a:pt x="5444860" y="251301"/>
                  </a:lnTo>
                  <a:lnTo>
                    <a:pt x="5440815" y="206095"/>
                  </a:lnTo>
                  <a:lnTo>
                    <a:pt x="5429153" y="163561"/>
                  </a:lnTo>
                  <a:lnTo>
                    <a:pt x="5410578" y="124407"/>
                  </a:lnTo>
                  <a:lnTo>
                    <a:pt x="5385799" y="89337"/>
                  </a:lnTo>
                  <a:lnTo>
                    <a:pt x="5355521" y="59060"/>
                  </a:lnTo>
                  <a:lnTo>
                    <a:pt x="5320452" y="34281"/>
                  </a:lnTo>
                  <a:lnTo>
                    <a:pt x="5281297" y="15707"/>
                  </a:lnTo>
                  <a:lnTo>
                    <a:pt x="5238764" y="4044"/>
                  </a:lnTo>
                  <a:lnTo>
                    <a:pt x="51935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371503" y="4502480"/>
              <a:ext cx="4942840" cy="104775"/>
            </a:xfrm>
            <a:custGeom>
              <a:avLst/>
              <a:gdLst/>
              <a:ahLst/>
              <a:cxnLst/>
              <a:rect l="l" t="t" r="r" b="b"/>
              <a:pathLst>
                <a:path w="4942840" h="104775">
                  <a:moveTo>
                    <a:pt x="4889903" y="0"/>
                  </a:moveTo>
                  <a:lnTo>
                    <a:pt x="52354" y="0"/>
                  </a:lnTo>
                  <a:lnTo>
                    <a:pt x="31964" y="4110"/>
                  </a:lnTo>
                  <a:lnTo>
                    <a:pt x="15324" y="15324"/>
                  </a:lnTo>
                  <a:lnTo>
                    <a:pt x="4110" y="31964"/>
                  </a:lnTo>
                  <a:lnTo>
                    <a:pt x="0" y="52354"/>
                  </a:lnTo>
                  <a:lnTo>
                    <a:pt x="4110" y="72744"/>
                  </a:lnTo>
                  <a:lnTo>
                    <a:pt x="15324" y="89384"/>
                  </a:lnTo>
                  <a:lnTo>
                    <a:pt x="31964" y="100598"/>
                  </a:lnTo>
                  <a:lnTo>
                    <a:pt x="52354" y="104708"/>
                  </a:lnTo>
                  <a:lnTo>
                    <a:pt x="4889903" y="104708"/>
                  </a:lnTo>
                  <a:lnTo>
                    <a:pt x="4910293" y="100598"/>
                  </a:lnTo>
                  <a:lnTo>
                    <a:pt x="4926933" y="89384"/>
                  </a:lnTo>
                  <a:lnTo>
                    <a:pt x="4938147" y="72744"/>
                  </a:lnTo>
                  <a:lnTo>
                    <a:pt x="4942257" y="52354"/>
                  </a:lnTo>
                  <a:lnTo>
                    <a:pt x="4938147" y="31964"/>
                  </a:lnTo>
                  <a:lnTo>
                    <a:pt x="4926933" y="15324"/>
                  </a:lnTo>
                  <a:lnTo>
                    <a:pt x="4910293" y="4110"/>
                  </a:lnTo>
                  <a:lnTo>
                    <a:pt x="4889903" y="0"/>
                  </a:lnTo>
                  <a:close/>
                </a:path>
              </a:pathLst>
            </a:custGeom>
            <a:solidFill>
              <a:srgbClr val="315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463511" y="4773351"/>
            <a:ext cx="4232910" cy="2681568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200" b="1" spc="280" dirty="0">
                <a:solidFill>
                  <a:srgbClr val="0F1828"/>
                </a:solidFill>
                <a:latin typeface="Trebuchet MS"/>
                <a:cs typeface="Trebuchet MS"/>
              </a:rPr>
              <a:t>Бэкенд</a:t>
            </a:r>
            <a:endParaRPr sz="2200" dirty="0">
              <a:latin typeface="Trebuchet MS"/>
              <a:cs typeface="Trebuchet MS"/>
            </a:endParaRPr>
          </a:p>
          <a:p>
            <a:pPr marL="12700" marR="5080">
              <a:lnSpc>
                <a:spcPct val="118300"/>
              </a:lnSpc>
              <a:spcBef>
                <a:spcPts val="830"/>
              </a:spcBef>
            </a:pPr>
            <a:r>
              <a:rPr sz="1800" spc="155" dirty="0">
                <a:solidFill>
                  <a:srgbClr val="667085"/>
                </a:solidFill>
                <a:latin typeface="Trebuchet MS"/>
                <a:cs typeface="Trebuchet MS"/>
              </a:rPr>
              <a:t>Серверная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10" dirty="0">
                <a:solidFill>
                  <a:srgbClr val="667085"/>
                </a:solidFill>
                <a:latin typeface="Trebuchet MS"/>
                <a:cs typeface="Trebuchet MS"/>
              </a:rPr>
              <a:t>часть,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5" dirty="0">
                <a:solidFill>
                  <a:srgbClr val="667085"/>
                </a:solidFill>
                <a:latin typeface="Trebuchet MS"/>
                <a:cs typeface="Trebuchet MS"/>
              </a:rPr>
              <a:t>которая </a:t>
            </a:r>
            <a:r>
              <a:rPr sz="1800" spc="170" dirty="0">
                <a:solidFill>
                  <a:srgbClr val="667085"/>
                </a:solidFill>
                <a:latin typeface="Trebuchet MS"/>
                <a:cs typeface="Trebuchet MS"/>
              </a:rPr>
              <a:t>обрабатывает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введенные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25" dirty="0">
                <a:solidFill>
                  <a:srgbClr val="667085"/>
                </a:solidFill>
                <a:latin typeface="Trebuchet MS"/>
                <a:cs typeface="Trebuchet MS"/>
              </a:rPr>
              <a:t>данные, </a:t>
            </a: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проверяет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30" dirty="0">
                <a:solidFill>
                  <a:srgbClr val="667085"/>
                </a:solidFill>
                <a:latin typeface="Trebuchet MS"/>
                <a:cs typeface="Trebuchet MS"/>
              </a:rPr>
              <a:t>реквизиты,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5" dirty="0">
                <a:solidFill>
                  <a:srgbClr val="667085"/>
                </a:solidFill>
                <a:latin typeface="Trebuchet MS"/>
                <a:cs typeface="Trebuchet MS"/>
              </a:rPr>
              <a:t>отправляет </a:t>
            </a:r>
            <a:r>
              <a:rPr sz="1800" spc="165" dirty="0">
                <a:solidFill>
                  <a:srgbClr val="667085"/>
                </a:solidFill>
                <a:latin typeface="Trebuchet MS"/>
                <a:cs typeface="Trebuchet MS"/>
              </a:rPr>
              <a:t>текст</a:t>
            </a:r>
            <a:r>
              <a:rPr sz="1800" spc="4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5" dirty="0">
                <a:solidFill>
                  <a:srgbClr val="667085"/>
                </a:solidFill>
                <a:latin typeface="Trebuchet MS"/>
                <a:cs typeface="Trebuchet MS"/>
              </a:rPr>
              <a:t>для</a:t>
            </a:r>
            <a:r>
              <a:rPr sz="1800" spc="4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0" dirty="0">
                <a:solidFill>
                  <a:srgbClr val="667085"/>
                </a:solidFill>
                <a:latin typeface="Trebuchet MS"/>
                <a:cs typeface="Trebuchet MS"/>
              </a:rPr>
              <a:t>анализа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35" dirty="0">
                <a:solidFill>
                  <a:srgbClr val="667085"/>
                </a:solidFill>
                <a:latin typeface="Trebuchet MS"/>
                <a:cs typeface="Trebuchet MS"/>
              </a:rPr>
              <a:t>в</a:t>
            </a:r>
            <a:r>
              <a:rPr sz="1800" spc="4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30" dirty="0">
                <a:solidFill>
                  <a:srgbClr val="667085"/>
                </a:solidFill>
                <a:latin typeface="Trebuchet MS"/>
                <a:cs typeface="Trebuchet MS"/>
              </a:rPr>
              <a:t>ИИ-</a:t>
            </a:r>
            <a:r>
              <a:rPr sz="1800" spc="130" dirty="0" err="1">
                <a:solidFill>
                  <a:srgbClr val="667085"/>
                </a:solidFill>
                <a:latin typeface="Trebuchet MS"/>
                <a:cs typeface="Trebuchet MS"/>
              </a:rPr>
              <a:t>модуль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endParaRPr lang="en-US" sz="1800" spc="45" dirty="0">
              <a:solidFill>
                <a:srgbClr val="667085"/>
              </a:solidFill>
              <a:latin typeface="Trebuchet MS"/>
              <a:cs typeface="Trebuchet MS"/>
            </a:endParaRPr>
          </a:p>
          <a:p>
            <a:pPr marL="12700" marR="5080">
              <a:lnSpc>
                <a:spcPct val="118300"/>
              </a:lnSpc>
              <a:spcBef>
                <a:spcPts val="830"/>
              </a:spcBef>
            </a:pPr>
            <a:r>
              <a:rPr sz="1800" spc="100" dirty="0">
                <a:solidFill>
                  <a:srgbClr val="667085"/>
                </a:solidFill>
                <a:latin typeface="Trebuchet MS"/>
                <a:cs typeface="Trebuchet MS"/>
              </a:rPr>
              <a:t>и </a:t>
            </a:r>
            <a:r>
              <a:rPr sz="1800" spc="160" dirty="0">
                <a:solidFill>
                  <a:srgbClr val="667085"/>
                </a:solidFill>
                <a:latin typeface="Trebuchet MS"/>
                <a:cs typeface="Trebuchet MS"/>
              </a:rPr>
              <a:t>управляет</a:t>
            </a:r>
            <a:r>
              <a:rPr sz="1800" spc="3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20" dirty="0">
                <a:solidFill>
                  <a:srgbClr val="667085"/>
                </a:solidFill>
                <a:latin typeface="Trebuchet MS"/>
                <a:cs typeface="Trebuchet MS"/>
              </a:rPr>
              <a:t>всем</a:t>
            </a:r>
            <a:r>
              <a:rPr sz="1800" spc="3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35" dirty="0">
                <a:solidFill>
                  <a:srgbClr val="667085"/>
                </a:solidFill>
                <a:latin typeface="Trebuchet MS"/>
                <a:cs typeface="Trebuchet MS"/>
              </a:rPr>
              <a:t>процессом </a:t>
            </a:r>
            <a:r>
              <a:rPr sz="1800" spc="140" dirty="0">
                <a:solidFill>
                  <a:srgbClr val="667085"/>
                </a:solidFill>
                <a:latin typeface="Trebuchet MS"/>
                <a:cs typeface="Trebuchet MS"/>
              </a:rPr>
              <a:t>формирования</a:t>
            </a:r>
            <a:r>
              <a:rPr sz="1800" spc="8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30" dirty="0">
                <a:solidFill>
                  <a:srgbClr val="667085"/>
                </a:solidFill>
                <a:latin typeface="Trebuchet MS"/>
                <a:cs typeface="Trebuchet MS"/>
              </a:rPr>
              <a:t>документа.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3298023" y="4502480"/>
            <a:ext cx="5445125" cy="3665220"/>
            <a:chOff x="13298023" y="4502480"/>
            <a:chExt cx="5445125" cy="3665220"/>
          </a:xfrm>
        </p:grpSpPr>
        <p:sp>
          <p:nvSpPr>
            <p:cNvPr id="14" name="object 14"/>
            <p:cNvSpPr/>
            <p:nvPr/>
          </p:nvSpPr>
          <p:spPr>
            <a:xfrm>
              <a:off x="13298023" y="4502480"/>
              <a:ext cx="5445125" cy="3665220"/>
            </a:xfrm>
            <a:custGeom>
              <a:avLst/>
              <a:gdLst/>
              <a:ahLst/>
              <a:cxnLst/>
              <a:rect l="l" t="t" r="r" b="b"/>
              <a:pathLst>
                <a:path w="5445125" h="3665220">
                  <a:moveTo>
                    <a:pt x="5193559" y="0"/>
                  </a:moveTo>
                  <a:lnTo>
                    <a:pt x="251301" y="0"/>
                  </a:lnTo>
                  <a:lnTo>
                    <a:pt x="206095" y="4044"/>
                  </a:lnTo>
                  <a:lnTo>
                    <a:pt x="163562" y="15707"/>
                  </a:lnTo>
                  <a:lnTo>
                    <a:pt x="124408" y="34281"/>
                  </a:lnTo>
                  <a:lnTo>
                    <a:pt x="89338" y="59060"/>
                  </a:lnTo>
                  <a:lnTo>
                    <a:pt x="59060" y="89337"/>
                  </a:lnTo>
                  <a:lnTo>
                    <a:pt x="34281" y="124407"/>
                  </a:lnTo>
                  <a:lnTo>
                    <a:pt x="15707" y="163561"/>
                  </a:lnTo>
                  <a:lnTo>
                    <a:pt x="4044" y="206095"/>
                  </a:lnTo>
                  <a:lnTo>
                    <a:pt x="0" y="251301"/>
                  </a:lnTo>
                  <a:lnTo>
                    <a:pt x="0" y="3413508"/>
                  </a:lnTo>
                  <a:lnTo>
                    <a:pt x="4044" y="3458714"/>
                  </a:lnTo>
                  <a:lnTo>
                    <a:pt x="15707" y="3501247"/>
                  </a:lnTo>
                  <a:lnTo>
                    <a:pt x="34281" y="3540402"/>
                  </a:lnTo>
                  <a:lnTo>
                    <a:pt x="59060" y="3575472"/>
                  </a:lnTo>
                  <a:lnTo>
                    <a:pt x="89338" y="3605749"/>
                  </a:lnTo>
                  <a:lnTo>
                    <a:pt x="124408" y="3630528"/>
                  </a:lnTo>
                  <a:lnTo>
                    <a:pt x="163562" y="3649102"/>
                  </a:lnTo>
                  <a:lnTo>
                    <a:pt x="206095" y="3660765"/>
                  </a:lnTo>
                  <a:lnTo>
                    <a:pt x="251301" y="3664809"/>
                  </a:lnTo>
                  <a:lnTo>
                    <a:pt x="5193559" y="3664809"/>
                  </a:lnTo>
                  <a:lnTo>
                    <a:pt x="5238764" y="3660765"/>
                  </a:lnTo>
                  <a:lnTo>
                    <a:pt x="5281297" y="3649102"/>
                  </a:lnTo>
                  <a:lnTo>
                    <a:pt x="5320452" y="3630528"/>
                  </a:lnTo>
                  <a:lnTo>
                    <a:pt x="5355521" y="3605749"/>
                  </a:lnTo>
                  <a:lnTo>
                    <a:pt x="5385799" y="3575472"/>
                  </a:lnTo>
                  <a:lnTo>
                    <a:pt x="5410578" y="3540402"/>
                  </a:lnTo>
                  <a:lnTo>
                    <a:pt x="5429153" y="3501247"/>
                  </a:lnTo>
                  <a:lnTo>
                    <a:pt x="5440815" y="3458714"/>
                  </a:lnTo>
                  <a:lnTo>
                    <a:pt x="5444860" y="3413508"/>
                  </a:lnTo>
                  <a:lnTo>
                    <a:pt x="5444860" y="251301"/>
                  </a:lnTo>
                  <a:lnTo>
                    <a:pt x="5440815" y="206095"/>
                  </a:lnTo>
                  <a:lnTo>
                    <a:pt x="5429153" y="163561"/>
                  </a:lnTo>
                  <a:lnTo>
                    <a:pt x="5410578" y="124407"/>
                  </a:lnTo>
                  <a:lnTo>
                    <a:pt x="5385799" y="89337"/>
                  </a:lnTo>
                  <a:lnTo>
                    <a:pt x="5355521" y="59060"/>
                  </a:lnTo>
                  <a:lnTo>
                    <a:pt x="5320452" y="34281"/>
                  </a:lnTo>
                  <a:lnTo>
                    <a:pt x="5281297" y="15707"/>
                  </a:lnTo>
                  <a:lnTo>
                    <a:pt x="5238764" y="4044"/>
                  </a:lnTo>
                  <a:lnTo>
                    <a:pt x="51935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549325" y="4502480"/>
              <a:ext cx="4942840" cy="104775"/>
            </a:xfrm>
            <a:custGeom>
              <a:avLst/>
              <a:gdLst/>
              <a:ahLst/>
              <a:cxnLst/>
              <a:rect l="l" t="t" r="r" b="b"/>
              <a:pathLst>
                <a:path w="4942840" h="104775">
                  <a:moveTo>
                    <a:pt x="4889903" y="0"/>
                  </a:moveTo>
                  <a:lnTo>
                    <a:pt x="52354" y="0"/>
                  </a:lnTo>
                  <a:lnTo>
                    <a:pt x="31964" y="4110"/>
                  </a:lnTo>
                  <a:lnTo>
                    <a:pt x="15324" y="15324"/>
                  </a:lnTo>
                  <a:lnTo>
                    <a:pt x="4110" y="31964"/>
                  </a:lnTo>
                  <a:lnTo>
                    <a:pt x="0" y="52354"/>
                  </a:lnTo>
                  <a:lnTo>
                    <a:pt x="4110" y="72744"/>
                  </a:lnTo>
                  <a:lnTo>
                    <a:pt x="15324" y="89384"/>
                  </a:lnTo>
                  <a:lnTo>
                    <a:pt x="31964" y="100598"/>
                  </a:lnTo>
                  <a:lnTo>
                    <a:pt x="52354" y="104708"/>
                  </a:lnTo>
                  <a:lnTo>
                    <a:pt x="4889903" y="104708"/>
                  </a:lnTo>
                  <a:lnTo>
                    <a:pt x="4910293" y="100598"/>
                  </a:lnTo>
                  <a:lnTo>
                    <a:pt x="4926933" y="89384"/>
                  </a:lnTo>
                  <a:lnTo>
                    <a:pt x="4938147" y="72744"/>
                  </a:lnTo>
                  <a:lnTo>
                    <a:pt x="4942257" y="52354"/>
                  </a:lnTo>
                  <a:lnTo>
                    <a:pt x="4938147" y="31964"/>
                  </a:lnTo>
                  <a:lnTo>
                    <a:pt x="4926933" y="15324"/>
                  </a:lnTo>
                  <a:lnTo>
                    <a:pt x="4910293" y="4110"/>
                  </a:lnTo>
                  <a:lnTo>
                    <a:pt x="4889903" y="0"/>
                  </a:lnTo>
                  <a:close/>
                </a:path>
              </a:pathLst>
            </a:custGeom>
            <a:solidFill>
              <a:srgbClr val="315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3641334" y="4773351"/>
            <a:ext cx="4572635" cy="260477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200" b="1" spc="260" dirty="0">
                <a:solidFill>
                  <a:srgbClr val="0F1828"/>
                </a:solidFill>
                <a:latin typeface="Trebuchet MS"/>
                <a:cs typeface="Trebuchet MS"/>
              </a:rPr>
              <a:t>ИИ-</a:t>
            </a:r>
            <a:r>
              <a:rPr sz="2200" b="1" spc="250" dirty="0">
                <a:solidFill>
                  <a:srgbClr val="0F1828"/>
                </a:solidFill>
                <a:latin typeface="Trebuchet MS"/>
                <a:cs typeface="Trebuchet MS"/>
              </a:rPr>
              <a:t>модуль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18300"/>
              </a:lnSpc>
              <a:spcBef>
                <a:spcPts val="830"/>
              </a:spcBef>
            </a:pPr>
            <a:r>
              <a:rPr sz="1800" spc="170" dirty="0">
                <a:solidFill>
                  <a:srgbClr val="667085"/>
                </a:solidFill>
                <a:latin typeface="Trebuchet MS"/>
                <a:cs typeface="Trebuchet MS"/>
              </a:rPr>
              <a:t>Модуль</a:t>
            </a:r>
            <a:r>
              <a:rPr sz="1800" spc="6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45" dirty="0">
                <a:solidFill>
                  <a:srgbClr val="667085"/>
                </a:solidFill>
                <a:latin typeface="Trebuchet MS"/>
                <a:cs typeface="Trebuchet MS"/>
              </a:rPr>
              <a:t>искусственного</a:t>
            </a:r>
            <a:r>
              <a:rPr sz="1800" spc="7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35" dirty="0">
                <a:solidFill>
                  <a:srgbClr val="667085"/>
                </a:solidFill>
                <a:latin typeface="Trebuchet MS"/>
                <a:cs typeface="Trebuchet MS"/>
              </a:rPr>
              <a:t>интеллекта, </a:t>
            </a:r>
            <a:r>
              <a:rPr sz="1800" spc="165" dirty="0">
                <a:solidFill>
                  <a:srgbClr val="667085"/>
                </a:solidFill>
                <a:latin typeface="Trebuchet MS"/>
                <a:cs typeface="Trebuchet MS"/>
              </a:rPr>
              <a:t>который</a:t>
            </a:r>
            <a:r>
              <a:rPr sz="1800" spc="4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0" dirty="0">
                <a:solidFill>
                  <a:srgbClr val="667085"/>
                </a:solidFill>
                <a:latin typeface="Trebuchet MS"/>
                <a:cs typeface="Trebuchet MS"/>
              </a:rPr>
              <a:t>анализирует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и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5" dirty="0">
                <a:solidFill>
                  <a:srgbClr val="667085"/>
                </a:solidFill>
                <a:latin typeface="Trebuchet MS"/>
                <a:cs typeface="Trebuchet MS"/>
              </a:rPr>
              <a:t>улучшает </a:t>
            </a:r>
            <a:r>
              <a:rPr sz="1800" spc="135" dirty="0">
                <a:solidFill>
                  <a:srgbClr val="667085"/>
                </a:solidFill>
                <a:latin typeface="Trebuchet MS"/>
                <a:cs typeface="Trebuchet MS"/>
              </a:rPr>
              <a:t>текст:</a:t>
            </a:r>
            <a:r>
              <a:rPr sz="1800" spc="4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0" dirty="0">
                <a:solidFill>
                  <a:srgbClr val="667085"/>
                </a:solidFill>
                <a:latin typeface="Trebuchet MS"/>
                <a:cs typeface="Trebuchet MS"/>
              </a:rPr>
              <a:t>исправляет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35" dirty="0">
                <a:solidFill>
                  <a:srgbClr val="667085"/>
                </a:solidFill>
                <a:latin typeface="Trebuchet MS"/>
                <a:cs typeface="Trebuchet MS"/>
              </a:rPr>
              <a:t>грамматические </a:t>
            </a:r>
            <a:r>
              <a:rPr sz="1800" spc="125" dirty="0">
                <a:solidFill>
                  <a:srgbClr val="667085"/>
                </a:solidFill>
                <a:latin typeface="Trebuchet MS"/>
                <a:cs typeface="Trebuchet MS"/>
              </a:rPr>
              <a:t>ошибки,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70" dirty="0">
                <a:solidFill>
                  <a:srgbClr val="667085"/>
                </a:solidFill>
                <a:latin typeface="Trebuchet MS"/>
                <a:cs typeface="Trebuchet MS"/>
              </a:rPr>
              <a:t>приводит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5" dirty="0">
                <a:solidFill>
                  <a:srgbClr val="667085"/>
                </a:solidFill>
                <a:latin typeface="Trebuchet MS"/>
                <a:cs typeface="Trebuchet MS"/>
              </a:rPr>
              <a:t>стиль</a:t>
            </a:r>
            <a:r>
              <a:rPr sz="1800" spc="5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5" dirty="0">
                <a:solidFill>
                  <a:srgbClr val="667085"/>
                </a:solidFill>
                <a:latin typeface="Trebuchet MS"/>
                <a:cs typeface="Trebuchet MS"/>
              </a:rPr>
              <a:t>к</a:t>
            </a:r>
            <a:r>
              <a:rPr sz="1800" spc="50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667085"/>
                </a:solidFill>
                <a:latin typeface="Trebuchet MS"/>
                <a:cs typeface="Trebuchet MS"/>
              </a:rPr>
              <a:t>деловому, </a:t>
            </a:r>
            <a:r>
              <a:rPr sz="1800" spc="185" dirty="0">
                <a:solidFill>
                  <a:srgbClr val="667085"/>
                </a:solidFill>
                <a:latin typeface="Trebuchet MS"/>
                <a:cs typeface="Trebuchet MS"/>
              </a:rPr>
              <a:t>а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95" dirty="0">
                <a:solidFill>
                  <a:srgbClr val="667085"/>
                </a:solidFill>
                <a:latin typeface="Trebuchet MS"/>
                <a:cs typeface="Trebuchet MS"/>
              </a:rPr>
              <a:t>также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60" dirty="0">
                <a:solidFill>
                  <a:srgbClr val="667085"/>
                </a:solidFill>
                <a:latin typeface="Trebuchet MS"/>
                <a:cs typeface="Trebuchet MS"/>
              </a:rPr>
              <a:t>автоматически</a:t>
            </a:r>
            <a:r>
              <a:rPr sz="1800" spc="4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55" dirty="0">
                <a:solidFill>
                  <a:srgbClr val="667085"/>
                </a:solidFill>
                <a:latin typeface="Trebuchet MS"/>
                <a:cs typeface="Trebuchet MS"/>
              </a:rPr>
              <a:t>выделяет ключевые</a:t>
            </a:r>
            <a:r>
              <a:rPr sz="1800" spc="35" dirty="0">
                <a:solidFill>
                  <a:srgbClr val="667085"/>
                </a:solidFill>
                <a:latin typeface="Trebuchet MS"/>
                <a:cs typeface="Trebuchet MS"/>
              </a:rPr>
              <a:t> </a:t>
            </a:r>
            <a:r>
              <a:rPr sz="1800" spc="120" dirty="0">
                <a:solidFill>
                  <a:srgbClr val="667085"/>
                </a:solidFill>
                <a:latin typeface="Trebuchet MS"/>
                <a:cs typeface="Trebuchet MS"/>
              </a:rPr>
              <a:t>реквизиты.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200" dirty="0"/>
              <a:t>DOCHELPER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9079578" y="10366253"/>
            <a:ext cx="252095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120" dirty="0">
                <a:solidFill>
                  <a:srgbClr val="667085"/>
                </a:solidFill>
                <a:latin typeface="Trebuchet MS"/>
                <a:cs typeface="Trebuchet MS"/>
              </a:rPr>
              <a:t>09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42379" y="8860222"/>
            <a:ext cx="17042765" cy="821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700"/>
              </a:lnSpc>
              <a:spcBef>
                <a:spcPts val="95"/>
              </a:spcBef>
            </a:pPr>
            <a:r>
              <a:rPr sz="2200" b="1" spc="295" dirty="0">
                <a:solidFill>
                  <a:srgbClr val="315DFB"/>
                </a:solidFill>
                <a:latin typeface="Trebuchet MS"/>
                <a:cs typeface="Trebuchet MS"/>
              </a:rPr>
              <a:t>Благодаря</a:t>
            </a:r>
            <a:r>
              <a:rPr sz="2200" b="1" spc="130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2200" b="1" spc="215" dirty="0">
                <a:solidFill>
                  <a:srgbClr val="315DFB"/>
                </a:solidFill>
                <a:latin typeface="Trebuchet MS"/>
                <a:cs typeface="Trebuchet MS"/>
              </a:rPr>
              <a:t>этой</a:t>
            </a:r>
            <a:r>
              <a:rPr sz="2200" b="1" spc="130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2200" b="1" spc="225" dirty="0">
                <a:solidFill>
                  <a:srgbClr val="315DFB"/>
                </a:solidFill>
                <a:latin typeface="Trebuchet MS"/>
                <a:cs typeface="Trebuchet MS"/>
              </a:rPr>
              <a:t>интеграции,</a:t>
            </a:r>
            <a:r>
              <a:rPr sz="2200" b="1" spc="130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2200" b="1" spc="245" dirty="0">
                <a:solidFill>
                  <a:srgbClr val="315DFB"/>
                </a:solidFill>
                <a:latin typeface="Trebuchet MS"/>
                <a:cs typeface="Trebuchet MS"/>
              </a:rPr>
              <a:t>DocHelper</a:t>
            </a:r>
            <a:r>
              <a:rPr sz="2200" b="1" spc="135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2200" b="1" spc="229" dirty="0">
                <a:solidFill>
                  <a:srgbClr val="315DFB"/>
                </a:solidFill>
                <a:latin typeface="Trebuchet MS"/>
                <a:cs typeface="Trebuchet MS"/>
              </a:rPr>
              <a:t>обеспечивает</a:t>
            </a:r>
            <a:r>
              <a:rPr sz="2200" b="1" spc="130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2200" b="1" spc="290" dirty="0">
                <a:solidFill>
                  <a:srgbClr val="315DFB"/>
                </a:solidFill>
                <a:latin typeface="Trebuchet MS"/>
                <a:cs typeface="Trebuchet MS"/>
              </a:rPr>
              <a:t>быструю</a:t>
            </a:r>
            <a:r>
              <a:rPr sz="2200" b="1" spc="130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2200" b="1" spc="225" dirty="0">
                <a:solidFill>
                  <a:srgbClr val="315DFB"/>
                </a:solidFill>
                <a:latin typeface="Trebuchet MS"/>
                <a:cs typeface="Trebuchet MS"/>
              </a:rPr>
              <a:t>и</a:t>
            </a:r>
            <a:r>
              <a:rPr sz="2200" b="1" spc="130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2200" b="1" spc="280" dirty="0">
                <a:solidFill>
                  <a:srgbClr val="315DFB"/>
                </a:solidFill>
                <a:latin typeface="Trebuchet MS"/>
                <a:cs typeface="Trebuchet MS"/>
              </a:rPr>
              <a:t>точную</a:t>
            </a:r>
            <a:r>
              <a:rPr sz="2200" b="1" spc="135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2200" b="1" spc="265" dirty="0">
                <a:solidFill>
                  <a:srgbClr val="315DFB"/>
                </a:solidFill>
                <a:latin typeface="Trebuchet MS"/>
                <a:cs typeface="Trebuchet MS"/>
              </a:rPr>
              <a:t>подготовку</a:t>
            </a:r>
            <a:r>
              <a:rPr sz="2200" b="1" spc="130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2200" b="1" spc="305" dirty="0">
                <a:solidFill>
                  <a:srgbClr val="315DFB"/>
                </a:solidFill>
                <a:latin typeface="Trebuchet MS"/>
                <a:cs typeface="Trebuchet MS"/>
              </a:rPr>
              <a:t>ваших</a:t>
            </a:r>
            <a:r>
              <a:rPr sz="2200" b="1" spc="130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2200" b="1" spc="270" dirty="0">
                <a:solidFill>
                  <a:srgbClr val="315DFB"/>
                </a:solidFill>
                <a:latin typeface="Trebuchet MS"/>
                <a:cs typeface="Trebuchet MS"/>
              </a:rPr>
              <a:t>служебных </a:t>
            </a:r>
            <a:r>
              <a:rPr sz="2200" b="1" spc="235" dirty="0">
                <a:solidFill>
                  <a:srgbClr val="315DFB"/>
                </a:solidFill>
                <a:latin typeface="Trebuchet MS"/>
                <a:cs typeface="Trebuchet MS"/>
              </a:rPr>
              <a:t>документов.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9679" y="741203"/>
            <a:ext cx="1078865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175" dirty="0">
                <a:solidFill>
                  <a:srgbClr val="315DFB"/>
                </a:solidFill>
                <a:latin typeface="Trebuchet MS"/>
                <a:cs typeface="Trebuchet MS"/>
              </a:rPr>
              <a:t>09</a:t>
            </a:r>
            <a:r>
              <a:rPr sz="1450" b="1" spc="65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1450" b="1" dirty="0">
                <a:solidFill>
                  <a:srgbClr val="315DFB"/>
                </a:solidFill>
                <a:latin typeface="Trebuchet MS"/>
                <a:cs typeface="Trebuchet MS"/>
              </a:rPr>
              <a:t>/</a:t>
            </a:r>
            <a:r>
              <a:rPr sz="1450" b="1" spc="65" dirty="0">
                <a:solidFill>
                  <a:srgbClr val="315DFB"/>
                </a:solidFill>
                <a:latin typeface="Trebuchet MS"/>
                <a:cs typeface="Trebuchet MS"/>
              </a:rPr>
              <a:t> </a:t>
            </a:r>
            <a:r>
              <a:rPr sz="1450" b="1" spc="210" dirty="0">
                <a:solidFill>
                  <a:srgbClr val="315DFB"/>
                </a:solidFill>
                <a:latin typeface="Trebuchet MS"/>
                <a:cs typeface="Trebuchet MS"/>
              </a:rPr>
              <a:t>TEAM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85" dirty="0"/>
              <a:t>Команда</a:t>
            </a:r>
            <a:r>
              <a:rPr spc="235" dirty="0"/>
              <a:t> </a:t>
            </a:r>
            <a:r>
              <a:rPr spc="505" dirty="0"/>
              <a:t>разработчиков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29679" y="3063875"/>
            <a:ext cx="8586470" cy="2408555"/>
            <a:chOff x="942379" y="4502480"/>
            <a:chExt cx="8586470" cy="2408555"/>
          </a:xfrm>
        </p:grpSpPr>
        <p:sp>
          <p:nvSpPr>
            <p:cNvPr id="5" name="object 5"/>
            <p:cNvSpPr/>
            <p:nvPr/>
          </p:nvSpPr>
          <p:spPr>
            <a:xfrm>
              <a:off x="942379" y="4502480"/>
              <a:ext cx="8586470" cy="2408555"/>
            </a:xfrm>
            <a:custGeom>
              <a:avLst/>
              <a:gdLst/>
              <a:ahLst/>
              <a:cxnLst/>
              <a:rect l="l" t="t" r="r" b="b"/>
              <a:pathLst>
                <a:path w="8586470" h="2408554">
                  <a:moveTo>
                    <a:pt x="8334824" y="0"/>
                  </a:moveTo>
                  <a:lnTo>
                    <a:pt x="251301" y="0"/>
                  </a:lnTo>
                  <a:lnTo>
                    <a:pt x="206095" y="4044"/>
                  </a:lnTo>
                  <a:lnTo>
                    <a:pt x="163561" y="15707"/>
                  </a:lnTo>
                  <a:lnTo>
                    <a:pt x="124407" y="34281"/>
                  </a:lnTo>
                  <a:lnTo>
                    <a:pt x="89337" y="59060"/>
                  </a:lnTo>
                  <a:lnTo>
                    <a:pt x="59060" y="89337"/>
                  </a:lnTo>
                  <a:lnTo>
                    <a:pt x="34281" y="124407"/>
                  </a:lnTo>
                  <a:lnTo>
                    <a:pt x="15707" y="163561"/>
                  </a:lnTo>
                  <a:lnTo>
                    <a:pt x="4044" y="206095"/>
                  </a:lnTo>
                  <a:lnTo>
                    <a:pt x="0" y="251301"/>
                  </a:lnTo>
                  <a:lnTo>
                    <a:pt x="0" y="2157002"/>
                  </a:lnTo>
                  <a:lnTo>
                    <a:pt x="4044" y="2202208"/>
                  </a:lnTo>
                  <a:lnTo>
                    <a:pt x="15707" y="2244741"/>
                  </a:lnTo>
                  <a:lnTo>
                    <a:pt x="34281" y="2283896"/>
                  </a:lnTo>
                  <a:lnTo>
                    <a:pt x="59060" y="2318965"/>
                  </a:lnTo>
                  <a:lnTo>
                    <a:pt x="89337" y="2349243"/>
                  </a:lnTo>
                  <a:lnTo>
                    <a:pt x="124407" y="2374022"/>
                  </a:lnTo>
                  <a:lnTo>
                    <a:pt x="163561" y="2392596"/>
                  </a:lnTo>
                  <a:lnTo>
                    <a:pt x="206095" y="2404259"/>
                  </a:lnTo>
                  <a:lnTo>
                    <a:pt x="251301" y="2408303"/>
                  </a:lnTo>
                  <a:lnTo>
                    <a:pt x="8334824" y="2408303"/>
                  </a:lnTo>
                  <a:lnTo>
                    <a:pt x="8380030" y="2404259"/>
                  </a:lnTo>
                  <a:lnTo>
                    <a:pt x="8422564" y="2392596"/>
                  </a:lnTo>
                  <a:lnTo>
                    <a:pt x="8461718" y="2374022"/>
                  </a:lnTo>
                  <a:lnTo>
                    <a:pt x="8496788" y="2349243"/>
                  </a:lnTo>
                  <a:lnTo>
                    <a:pt x="8527065" y="2318965"/>
                  </a:lnTo>
                  <a:lnTo>
                    <a:pt x="8551844" y="2283896"/>
                  </a:lnTo>
                  <a:lnTo>
                    <a:pt x="8570418" y="2244741"/>
                  </a:lnTo>
                  <a:lnTo>
                    <a:pt x="8582081" y="2202208"/>
                  </a:lnTo>
                  <a:lnTo>
                    <a:pt x="8586126" y="2157002"/>
                  </a:lnTo>
                  <a:lnTo>
                    <a:pt x="8586126" y="251301"/>
                  </a:lnTo>
                  <a:lnTo>
                    <a:pt x="8582081" y="206095"/>
                  </a:lnTo>
                  <a:lnTo>
                    <a:pt x="8570418" y="163561"/>
                  </a:lnTo>
                  <a:lnTo>
                    <a:pt x="8551844" y="124407"/>
                  </a:lnTo>
                  <a:lnTo>
                    <a:pt x="8527065" y="89337"/>
                  </a:lnTo>
                  <a:lnTo>
                    <a:pt x="8496788" y="59060"/>
                  </a:lnTo>
                  <a:lnTo>
                    <a:pt x="8461718" y="34281"/>
                  </a:lnTo>
                  <a:lnTo>
                    <a:pt x="8422564" y="15707"/>
                  </a:lnTo>
                  <a:lnTo>
                    <a:pt x="8380030" y="4044"/>
                  </a:lnTo>
                  <a:lnTo>
                    <a:pt x="83348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93680" y="4502480"/>
              <a:ext cx="8083550" cy="104775"/>
            </a:xfrm>
            <a:custGeom>
              <a:avLst/>
              <a:gdLst/>
              <a:ahLst/>
              <a:cxnLst/>
              <a:rect l="l" t="t" r="r" b="b"/>
              <a:pathLst>
                <a:path w="8083550" h="104775">
                  <a:moveTo>
                    <a:pt x="8031169" y="0"/>
                  </a:moveTo>
                  <a:lnTo>
                    <a:pt x="52354" y="0"/>
                  </a:lnTo>
                  <a:lnTo>
                    <a:pt x="31964" y="4110"/>
                  </a:lnTo>
                  <a:lnTo>
                    <a:pt x="15324" y="15324"/>
                  </a:lnTo>
                  <a:lnTo>
                    <a:pt x="4110" y="31964"/>
                  </a:lnTo>
                  <a:lnTo>
                    <a:pt x="0" y="52354"/>
                  </a:lnTo>
                  <a:lnTo>
                    <a:pt x="4110" y="72744"/>
                  </a:lnTo>
                  <a:lnTo>
                    <a:pt x="15324" y="89384"/>
                  </a:lnTo>
                  <a:lnTo>
                    <a:pt x="31964" y="100598"/>
                  </a:lnTo>
                  <a:lnTo>
                    <a:pt x="52354" y="104708"/>
                  </a:lnTo>
                  <a:lnTo>
                    <a:pt x="8031169" y="104708"/>
                  </a:lnTo>
                  <a:lnTo>
                    <a:pt x="8051559" y="100598"/>
                  </a:lnTo>
                  <a:lnTo>
                    <a:pt x="8068199" y="89384"/>
                  </a:lnTo>
                  <a:lnTo>
                    <a:pt x="8079413" y="72744"/>
                  </a:lnTo>
                  <a:lnTo>
                    <a:pt x="8083523" y="52354"/>
                  </a:lnTo>
                  <a:lnTo>
                    <a:pt x="8079413" y="31964"/>
                  </a:lnTo>
                  <a:lnTo>
                    <a:pt x="8068199" y="15324"/>
                  </a:lnTo>
                  <a:lnTo>
                    <a:pt x="8051559" y="4110"/>
                  </a:lnTo>
                  <a:lnTo>
                    <a:pt x="8031169" y="0"/>
                  </a:lnTo>
                  <a:close/>
                </a:path>
              </a:pathLst>
            </a:custGeom>
            <a:solidFill>
              <a:srgbClr val="5D7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72989" y="3334746"/>
            <a:ext cx="5273861" cy="974626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lang="ru-RU" sz="2200" b="1" spc="325" dirty="0">
                <a:solidFill>
                  <a:srgbClr val="0F1828"/>
                </a:solidFill>
                <a:latin typeface="Trebuchet MS"/>
                <a:cs typeface="Trebuchet MS"/>
              </a:rPr>
              <a:t>Самусенков Владислав</a:t>
            </a:r>
            <a:endParaRPr lang="en-US" sz="22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lang="en-US" sz="1800" spc="90" dirty="0">
                <a:solidFill>
                  <a:srgbClr val="667085"/>
                </a:solidFill>
                <a:latin typeface="Trebuchet MS"/>
                <a:cs typeface="Trebuchet MS"/>
              </a:rPr>
              <a:t>Frontend Developer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353476" y="3063875"/>
            <a:ext cx="8586470" cy="2408555"/>
            <a:chOff x="10366176" y="4502480"/>
            <a:chExt cx="8586470" cy="2408555"/>
          </a:xfrm>
        </p:grpSpPr>
        <p:sp>
          <p:nvSpPr>
            <p:cNvPr id="9" name="object 9"/>
            <p:cNvSpPr/>
            <p:nvPr/>
          </p:nvSpPr>
          <p:spPr>
            <a:xfrm>
              <a:off x="10366176" y="4502480"/>
              <a:ext cx="8586470" cy="2408555"/>
            </a:xfrm>
            <a:custGeom>
              <a:avLst/>
              <a:gdLst/>
              <a:ahLst/>
              <a:cxnLst/>
              <a:rect l="l" t="t" r="r" b="b"/>
              <a:pathLst>
                <a:path w="8586469" h="2408554">
                  <a:moveTo>
                    <a:pt x="8334824" y="0"/>
                  </a:moveTo>
                  <a:lnTo>
                    <a:pt x="251301" y="0"/>
                  </a:lnTo>
                  <a:lnTo>
                    <a:pt x="206095" y="4044"/>
                  </a:lnTo>
                  <a:lnTo>
                    <a:pt x="163562" y="15707"/>
                  </a:lnTo>
                  <a:lnTo>
                    <a:pt x="124408" y="34281"/>
                  </a:lnTo>
                  <a:lnTo>
                    <a:pt x="89338" y="59060"/>
                  </a:lnTo>
                  <a:lnTo>
                    <a:pt x="59060" y="89337"/>
                  </a:lnTo>
                  <a:lnTo>
                    <a:pt x="34281" y="124407"/>
                  </a:lnTo>
                  <a:lnTo>
                    <a:pt x="15707" y="163561"/>
                  </a:lnTo>
                  <a:lnTo>
                    <a:pt x="4044" y="206095"/>
                  </a:lnTo>
                  <a:lnTo>
                    <a:pt x="0" y="251301"/>
                  </a:lnTo>
                  <a:lnTo>
                    <a:pt x="0" y="2157002"/>
                  </a:lnTo>
                  <a:lnTo>
                    <a:pt x="4044" y="2202208"/>
                  </a:lnTo>
                  <a:lnTo>
                    <a:pt x="15707" y="2244741"/>
                  </a:lnTo>
                  <a:lnTo>
                    <a:pt x="34281" y="2283896"/>
                  </a:lnTo>
                  <a:lnTo>
                    <a:pt x="59060" y="2318965"/>
                  </a:lnTo>
                  <a:lnTo>
                    <a:pt x="89338" y="2349243"/>
                  </a:lnTo>
                  <a:lnTo>
                    <a:pt x="124408" y="2374022"/>
                  </a:lnTo>
                  <a:lnTo>
                    <a:pt x="163562" y="2392596"/>
                  </a:lnTo>
                  <a:lnTo>
                    <a:pt x="206095" y="2404259"/>
                  </a:lnTo>
                  <a:lnTo>
                    <a:pt x="251301" y="2408303"/>
                  </a:lnTo>
                  <a:lnTo>
                    <a:pt x="8334824" y="2408303"/>
                  </a:lnTo>
                  <a:lnTo>
                    <a:pt x="8380030" y="2404259"/>
                  </a:lnTo>
                  <a:lnTo>
                    <a:pt x="8422563" y="2392596"/>
                  </a:lnTo>
                  <a:lnTo>
                    <a:pt x="8461717" y="2374022"/>
                  </a:lnTo>
                  <a:lnTo>
                    <a:pt x="8496787" y="2349243"/>
                  </a:lnTo>
                  <a:lnTo>
                    <a:pt x="8527065" y="2318965"/>
                  </a:lnTo>
                  <a:lnTo>
                    <a:pt x="8551844" y="2283896"/>
                  </a:lnTo>
                  <a:lnTo>
                    <a:pt x="8570418" y="2244741"/>
                  </a:lnTo>
                  <a:lnTo>
                    <a:pt x="8582081" y="2202208"/>
                  </a:lnTo>
                  <a:lnTo>
                    <a:pt x="8586126" y="2157002"/>
                  </a:lnTo>
                  <a:lnTo>
                    <a:pt x="8586126" y="251301"/>
                  </a:lnTo>
                  <a:lnTo>
                    <a:pt x="8582081" y="206095"/>
                  </a:lnTo>
                  <a:lnTo>
                    <a:pt x="8570418" y="163561"/>
                  </a:lnTo>
                  <a:lnTo>
                    <a:pt x="8551844" y="124407"/>
                  </a:lnTo>
                  <a:lnTo>
                    <a:pt x="8527065" y="89337"/>
                  </a:lnTo>
                  <a:lnTo>
                    <a:pt x="8496787" y="59060"/>
                  </a:lnTo>
                  <a:lnTo>
                    <a:pt x="8461717" y="34281"/>
                  </a:lnTo>
                  <a:lnTo>
                    <a:pt x="8422563" y="15707"/>
                  </a:lnTo>
                  <a:lnTo>
                    <a:pt x="8380030" y="4044"/>
                  </a:lnTo>
                  <a:lnTo>
                    <a:pt x="83348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617477" y="4502480"/>
              <a:ext cx="8083550" cy="104775"/>
            </a:xfrm>
            <a:custGeom>
              <a:avLst/>
              <a:gdLst/>
              <a:ahLst/>
              <a:cxnLst/>
              <a:rect l="l" t="t" r="r" b="b"/>
              <a:pathLst>
                <a:path w="8083550" h="104775">
                  <a:moveTo>
                    <a:pt x="8031169" y="0"/>
                  </a:moveTo>
                  <a:lnTo>
                    <a:pt x="52354" y="0"/>
                  </a:lnTo>
                  <a:lnTo>
                    <a:pt x="31964" y="4110"/>
                  </a:lnTo>
                  <a:lnTo>
                    <a:pt x="15324" y="15324"/>
                  </a:lnTo>
                  <a:lnTo>
                    <a:pt x="4110" y="31964"/>
                  </a:lnTo>
                  <a:lnTo>
                    <a:pt x="0" y="52354"/>
                  </a:lnTo>
                  <a:lnTo>
                    <a:pt x="4110" y="72744"/>
                  </a:lnTo>
                  <a:lnTo>
                    <a:pt x="15324" y="89384"/>
                  </a:lnTo>
                  <a:lnTo>
                    <a:pt x="31964" y="100598"/>
                  </a:lnTo>
                  <a:lnTo>
                    <a:pt x="52354" y="104708"/>
                  </a:lnTo>
                  <a:lnTo>
                    <a:pt x="8031169" y="104708"/>
                  </a:lnTo>
                  <a:lnTo>
                    <a:pt x="8051559" y="100598"/>
                  </a:lnTo>
                  <a:lnTo>
                    <a:pt x="8068199" y="89384"/>
                  </a:lnTo>
                  <a:lnTo>
                    <a:pt x="8079413" y="72744"/>
                  </a:lnTo>
                  <a:lnTo>
                    <a:pt x="8083523" y="52354"/>
                  </a:lnTo>
                  <a:lnTo>
                    <a:pt x="8079413" y="31964"/>
                  </a:lnTo>
                  <a:lnTo>
                    <a:pt x="8068199" y="15324"/>
                  </a:lnTo>
                  <a:lnTo>
                    <a:pt x="8051559" y="4110"/>
                  </a:lnTo>
                  <a:lnTo>
                    <a:pt x="8031169" y="0"/>
                  </a:lnTo>
                  <a:close/>
                </a:path>
              </a:pathLst>
            </a:custGeom>
            <a:solidFill>
              <a:srgbClr val="5D7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696786" y="3334746"/>
            <a:ext cx="4994064" cy="974626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lang="ru-RU" sz="2200" b="1" spc="254" dirty="0">
                <a:solidFill>
                  <a:srgbClr val="0F1828"/>
                </a:solidFill>
                <a:latin typeface="Trebuchet MS"/>
                <a:cs typeface="Trebuchet MS"/>
              </a:rPr>
              <a:t>Андросенко Александр</a:t>
            </a:r>
            <a:endParaRPr sz="22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lang="en-US" spc="90" dirty="0">
                <a:solidFill>
                  <a:srgbClr val="667085"/>
                </a:solidFill>
                <a:latin typeface="Trebuchet MS"/>
                <a:cs typeface="Trebuchet MS"/>
              </a:rPr>
              <a:t>Backend Lead | Team leader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29679" y="6205141"/>
            <a:ext cx="8586470" cy="2408555"/>
            <a:chOff x="942379" y="7643746"/>
            <a:chExt cx="8586470" cy="2408555"/>
          </a:xfrm>
        </p:grpSpPr>
        <p:sp>
          <p:nvSpPr>
            <p:cNvPr id="13" name="object 13"/>
            <p:cNvSpPr/>
            <p:nvPr/>
          </p:nvSpPr>
          <p:spPr>
            <a:xfrm>
              <a:off x="942379" y="7643746"/>
              <a:ext cx="8586470" cy="2408555"/>
            </a:xfrm>
            <a:custGeom>
              <a:avLst/>
              <a:gdLst/>
              <a:ahLst/>
              <a:cxnLst/>
              <a:rect l="l" t="t" r="r" b="b"/>
              <a:pathLst>
                <a:path w="8586470" h="2408554">
                  <a:moveTo>
                    <a:pt x="8334824" y="0"/>
                  </a:moveTo>
                  <a:lnTo>
                    <a:pt x="251301" y="0"/>
                  </a:lnTo>
                  <a:lnTo>
                    <a:pt x="206095" y="4044"/>
                  </a:lnTo>
                  <a:lnTo>
                    <a:pt x="163561" y="15707"/>
                  </a:lnTo>
                  <a:lnTo>
                    <a:pt x="124407" y="34281"/>
                  </a:lnTo>
                  <a:lnTo>
                    <a:pt x="89337" y="59060"/>
                  </a:lnTo>
                  <a:lnTo>
                    <a:pt x="59060" y="89337"/>
                  </a:lnTo>
                  <a:lnTo>
                    <a:pt x="34281" y="124407"/>
                  </a:lnTo>
                  <a:lnTo>
                    <a:pt x="15707" y="163561"/>
                  </a:lnTo>
                  <a:lnTo>
                    <a:pt x="4044" y="206095"/>
                  </a:lnTo>
                  <a:lnTo>
                    <a:pt x="0" y="251301"/>
                  </a:lnTo>
                  <a:lnTo>
                    <a:pt x="0" y="2157002"/>
                  </a:lnTo>
                  <a:lnTo>
                    <a:pt x="4044" y="2202208"/>
                  </a:lnTo>
                  <a:lnTo>
                    <a:pt x="15707" y="2244741"/>
                  </a:lnTo>
                  <a:lnTo>
                    <a:pt x="34281" y="2283896"/>
                  </a:lnTo>
                  <a:lnTo>
                    <a:pt x="59060" y="2318965"/>
                  </a:lnTo>
                  <a:lnTo>
                    <a:pt x="89337" y="2349243"/>
                  </a:lnTo>
                  <a:lnTo>
                    <a:pt x="124407" y="2374022"/>
                  </a:lnTo>
                  <a:lnTo>
                    <a:pt x="163561" y="2392596"/>
                  </a:lnTo>
                  <a:lnTo>
                    <a:pt x="206095" y="2404259"/>
                  </a:lnTo>
                  <a:lnTo>
                    <a:pt x="251301" y="2408303"/>
                  </a:lnTo>
                  <a:lnTo>
                    <a:pt x="8334824" y="2408303"/>
                  </a:lnTo>
                  <a:lnTo>
                    <a:pt x="8380030" y="2404259"/>
                  </a:lnTo>
                  <a:lnTo>
                    <a:pt x="8422564" y="2392596"/>
                  </a:lnTo>
                  <a:lnTo>
                    <a:pt x="8461718" y="2374022"/>
                  </a:lnTo>
                  <a:lnTo>
                    <a:pt x="8496788" y="2349243"/>
                  </a:lnTo>
                  <a:lnTo>
                    <a:pt x="8527065" y="2318965"/>
                  </a:lnTo>
                  <a:lnTo>
                    <a:pt x="8551844" y="2283896"/>
                  </a:lnTo>
                  <a:lnTo>
                    <a:pt x="8570418" y="2244741"/>
                  </a:lnTo>
                  <a:lnTo>
                    <a:pt x="8582081" y="2202208"/>
                  </a:lnTo>
                  <a:lnTo>
                    <a:pt x="8586126" y="2157002"/>
                  </a:lnTo>
                  <a:lnTo>
                    <a:pt x="8586126" y="251301"/>
                  </a:lnTo>
                  <a:lnTo>
                    <a:pt x="8582081" y="206095"/>
                  </a:lnTo>
                  <a:lnTo>
                    <a:pt x="8570418" y="163561"/>
                  </a:lnTo>
                  <a:lnTo>
                    <a:pt x="8551844" y="124407"/>
                  </a:lnTo>
                  <a:lnTo>
                    <a:pt x="8527065" y="89337"/>
                  </a:lnTo>
                  <a:lnTo>
                    <a:pt x="8496788" y="59060"/>
                  </a:lnTo>
                  <a:lnTo>
                    <a:pt x="8461718" y="34281"/>
                  </a:lnTo>
                  <a:lnTo>
                    <a:pt x="8422564" y="15707"/>
                  </a:lnTo>
                  <a:lnTo>
                    <a:pt x="8380030" y="4044"/>
                  </a:lnTo>
                  <a:lnTo>
                    <a:pt x="83348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93680" y="7643746"/>
              <a:ext cx="8083550" cy="104775"/>
            </a:xfrm>
            <a:custGeom>
              <a:avLst/>
              <a:gdLst/>
              <a:ahLst/>
              <a:cxnLst/>
              <a:rect l="l" t="t" r="r" b="b"/>
              <a:pathLst>
                <a:path w="8083550" h="104775">
                  <a:moveTo>
                    <a:pt x="8031169" y="0"/>
                  </a:moveTo>
                  <a:lnTo>
                    <a:pt x="52354" y="0"/>
                  </a:lnTo>
                  <a:lnTo>
                    <a:pt x="31964" y="4110"/>
                  </a:lnTo>
                  <a:lnTo>
                    <a:pt x="15324" y="15324"/>
                  </a:lnTo>
                  <a:lnTo>
                    <a:pt x="4110" y="31964"/>
                  </a:lnTo>
                  <a:lnTo>
                    <a:pt x="0" y="52354"/>
                  </a:lnTo>
                  <a:lnTo>
                    <a:pt x="4110" y="72744"/>
                  </a:lnTo>
                  <a:lnTo>
                    <a:pt x="15324" y="89384"/>
                  </a:lnTo>
                  <a:lnTo>
                    <a:pt x="31964" y="100598"/>
                  </a:lnTo>
                  <a:lnTo>
                    <a:pt x="52354" y="104708"/>
                  </a:lnTo>
                  <a:lnTo>
                    <a:pt x="8031169" y="104708"/>
                  </a:lnTo>
                  <a:lnTo>
                    <a:pt x="8051559" y="100598"/>
                  </a:lnTo>
                  <a:lnTo>
                    <a:pt x="8068199" y="89384"/>
                  </a:lnTo>
                  <a:lnTo>
                    <a:pt x="8079413" y="72744"/>
                  </a:lnTo>
                  <a:lnTo>
                    <a:pt x="8083523" y="52354"/>
                  </a:lnTo>
                  <a:lnTo>
                    <a:pt x="8079413" y="31964"/>
                  </a:lnTo>
                  <a:lnTo>
                    <a:pt x="8068199" y="15324"/>
                  </a:lnTo>
                  <a:lnTo>
                    <a:pt x="8051559" y="4110"/>
                  </a:lnTo>
                  <a:lnTo>
                    <a:pt x="8031169" y="0"/>
                  </a:lnTo>
                  <a:close/>
                </a:path>
              </a:pathLst>
            </a:custGeom>
            <a:solidFill>
              <a:srgbClr val="5D7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272989" y="6476011"/>
            <a:ext cx="2665095" cy="98171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lang="ru-RU" sz="2200" b="1" spc="254" dirty="0">
                <a:solidFill>
                  <a:srgbClr val="0F1828"/>
                </a:solidFill>
                <a:latin typeface="Trebuchet MS"/>
                <a:cs typeface="Trebuchet MS"/>
              </a:rPr>
              <a:t>Марк </a:t>
            </a:r>
            <a:r>
              <a:rPr lang="ru-RU" sz="2200" b="1" spc="254" dirty="0" err="1">
                <a:solidFill>
                  <a:srgbClr val="0F1828"/>
                </a:solidFill>
                <a:latin typeface="Trebuchet MS"/>
                <a:cs typeface="Trebuchet MS"/>
              </a:rPr>
              <a:t>Шаллер</a:t>
            </a:r>
            <a:endParaRPr sz="22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lang="en-US" sz="1800" spc="90" dirty="0">
                <a:solidFill>
                  <a:srgbClr val="667085"/>
                </a:solidFill>
                <a:latin typeface="Trebuchet MS"/>
                <a:cs typeface="Trebuchet MS"/>
              </a:rPr>
              <a:t>Frontend Developer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353476" y="6205141"/>
            <a:ext cx="8586470" cy="2408555"/>
            <a:chOff x="10366176" y="7643746"/>
            <a:chExt cx="8586470" cy="2408555"/>
          </a:xfrm>
        </p:grpSpPr>
        <p:sp>
          <p:nvSpPr>
            <p:cNvPr id="17" name="object 17"/>
            <p:cNvSpPr/>
            <p:nvPr/>
          </p:nvSpPr>
          <p:spPr>
            <a:xfrm>
              <a:off x="10366176" y="7643746"/>
              <a:ext cx="8586470" cy="2408555"/>
            </a:xfrm>
            <a:custGeom>
              <a:avLst/>
              <a:gdLst/>
              <a:ahLst/>
              <a:cxnLst/>
              <a:rect l="l" t="t" r="r" b="b"/>
              <a:pathLst>
                <a:path w="8586469" h="2408554">
                  <a:moveTo>
                    <a:pt x="8334824" y="0"/>
                  </a:moveTo>
                  <a:lnTo>
                    <a:pt x="251301" y="0"/>
                  </a:lnTo>
                  <a:lnTo>
                    <a:pt x="206095" y="4044"/>
                  </a:lnTo>
                  <a:lnTo>
                    <a:pt x="163562" y="15707"/>
                  </a:lnTo>
                  <a:lnTo>
                    <a:pt x="124408" y="34281"/>
                  </a:lnTo>
                  <a:lnTo>
                    <a:pt x="89338" y="59060"/>
                  </a:lnTo>
                  <a:lnTo>
                    <a:pt x="59060" y="89337"/>
                  </a:lnTo>
                  <a:lnTo>
                    <a:pt x="34281" y="124407"/>
                  </a:lnTo>
                  <a:lnTo>
                    <a:pt x="15707" y="163561"/>
                  </a:lnTo>
                  <a:lnTo>
                    <a:pt x="4044" y="206095"/>
                  </a:lnTo>
                  <a:lnTo>
                    <a:pt x="0" y="251301"/>
                  </a:lnTo>
                  <a:lnTo>
                    <a:pt x="0" y="2157002"/>
                  </a:lnTo>
                  <a:lnTo>
                    <a:pt x="4044" y="2202208"/>
                  </a:lnTo>
                  <a:lnTo>
                    <a:pt x="15707" y="2244741"/>
                  </a:lnTo>
                  <a:lnTo>
                    <a:pt x="34281" y="2283896"/>
                  </a:lnTo>
                  <a:lnTo>
                    <a:pt x="59060" y="2318965"/>
                  </a:lnTo>
                  <a:lnTo>
                    <a:pt x="89338" y="2349243"/>
                  </a:lnTo>
                  <a:lnTo>
                    <a:pt x="124408" y="2374022"/>
                  </a:lnTo>
                  <a:lnTo>
                    <a:pt x="163562" y="2392596"/>
                  </a:lnTo>
                  <a:lnTo>
                    <a:pt x="206095" y="2404259"/>
                  </a:lnTo>
                  <a:lnTo>
                    <a:pt x="251301" y="2408303"/>
                  </a:lnTo>
                  <a:lnTo>
                    <a:pt x="8334824" y="2408303"/>
                  </a:lnTo>
                  <a:lnTo>
                    <a:pt x="8380030" y="2404259"/>
                  </a:lnTo>
                  <a:lnTo>
                    <a:pt x="8422563" y="2392596"/>
                  </a:lnTo>
                  <a:lnTo>
                    <a:pt x="8461717" y="2374022"/>
                  </a:lnTo>
                  <a:lnTo>
                    <a:pt x="8496787" y="2349243"/>
                  </a:lnTo>
                  <a:lnTo>
                    <a:pt x="8527065" y="2318965"/>
                  </a:lnTo>
                  <a:lnTo>
                    <a:pt x="8551844" y="2283896"/>
                  </a:lnTo>
                  <a:lnTo>
                    <a:pt x="8570418" y="2244741"/>
                  </a:lnTo>
                  <a:lnTo>
                    <a:pt x="8582081" y="2202208"/>
                  </a:lnTo>
                  <a:lnTo>
                    <a:pt x="8586126" y="2157002"/>
                  </a:lnTo>
                  <a:lnTo>
                    <a:pt x="8586126" y="251301"/>
                  </a:lnTo>
                  <a:lnTo>
                    <a:pt x="8582081" y="206095"/>
                  </a:lnTo>
                  <a:lnTo>
                    <a:pt x="8570418" y="163561"/>
                  </a:lnTo>
                  <a:lnTo>
                    <a:pt x="8551844" y="124407"/>
                  </a:lnTo>
                  <a:lnTo>
                    <a:pt x="8527065" y="89337"/>
                  </a:lnTo>
                  <a:lnTo>
                    <a:pt x="8496787" y="59060"/>
                  </a:lnTo>
                  <a:lnTo>
                    <a:pt x="8461717" y="34281"/>
                  </a:lnTo>
                  <a:lnTo>
                    <a:pt x="8422563" y="15707"/>
                  </a:lnTo>
                  <a:lnTo>
                    <a:pt x="8380030" y="4044"/>
                  </a:lnTo>
                  <a:lnTo>
                    <a:pt x="83348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617477" y="7643746"/>
              <a:ext cx="8083550" cy="104775"/>
            </a:xfrm>
            <a:custGeom>
              <a:avLst/>
              <a:gdLst/>
              <a:ahLst/>
              <a:cxnLst/>
              <a:rect l="l" t="t" r="r" b="b"/>
              <a:pathLst>
                <a:path w="8083550" h="104775">
                  <a:moveTo>
                    <a:pt x="8031169" y="0"/>
                  </a:moveTo>
                  <a:lnTo>
                    <a:pt x="52354" y="0"/>
                  </a:lnTo>
                  <a:lnTo>
                    <a:pt x="31964" y="4110"/>
                  </a:lnTo>
                  <a:lnTo>
                    <a:pt x="15324" y="15324"/>
                  </a:lnTo>
                  <a:lnTo>
                    <a:pt x="4110" y="31964"/>
                  </a:lnTo>
                  <a:lnTo>
                    <a:pt x="0" y="52354"/>
                  </a:lnTo>
                  <a:lnTo>
                    <a:pt x="4110" y="72744"/>
                  </a:lnTo>
                  <a:lnTo>
                    <a:pt x="15324" y="89384"/>
                  </a:lnTo>
                  <a:lnTo>
                    <a:pt x="31964" y="100598"/>
                  </a:lnTo>
                  <a:lnTo>
                    <a:pt x="52354" y="104708"/>
                  </a:lnTo>
                  <a:lnTo>
                    <a:pt x="8031169" y="104708"/>
                  </a:lnTo>
                  <a:lnTo>
                    <a:pt x="8051559" y="100598"/>
                  </a:lnTo>
                  <a:lnTo>
                    <a:pt x="8068199" y="89384"/>
                  </a:lnTo>
                  <a:lnTo>
                    <a:pt x="8079413" y="72744"/>
                  </a:lnTo>
                  <a:lnTo>
                    <a:pt x="8083523" y="52354"/>
                  </a:lnTo>
                  <a:lnTo>
                    <a:pt x="8079413" y="31964"/>
                  </a:lnTo>
                  <a:lnTo>
                    <a:pt x="8068199" y="15324"/>
                  </a:lnTo>
                  <a:lnTo>
                    <a:pt x="8051559" y="4110"/>
                  </a:lnTo>
                  <a:lnTo>
                    <a:pt x="8031169" y="0"/>
                  </a:lnTo>
                  <a:close/>
                </a:path>
              </a:pathLst>
            </a:custGeom>
            <a:solidFill>
              <a:srgbClr val="5D7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696786" y="6476011"/>
            <a:ext cx="3393864" cy="974626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lang="ru-RU" sz="2200" b="1" spc="325" dirty="0">
                <a:solidFill>
                  <a:srgbClr val="0F1828"/>
                </a:solidFill>
                <a:latin typeface="Trebuchet MS"/>
                <a:cs typeface="Trebuchet MS"/>
              </a:rPr>
              <a:t>Игорь Семенков</a:t>
            </a:r>
            <a:endParaRPr sz="22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lang="en-US" spc="90" dirty="0">
                <a:solidFill>
                  <a:srgbClr val="667085"/>
                </a:solidFill>
                <a:latin typeface="Trebuchet MS"/>
                <a:cs typeface="Trebuchet MS"/>
              </a:rPr>
              <a:t>Backend Developer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200" dirty="0"/>
              <a:t>DOCHELPER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9079578" y="10366253"/>
            <a:ext cx="252095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120" dirty="0">
                <a:solidFill>
                  <a:srgbClr val="667085"/>
                </a:solidFill>
                <a:latin typeface="Trebuchet MS"/>
                <a:cs typeface="Trebuchet MS"/>
              </a:rPr>
              <a:t>10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72677" y="4359275"/>
            <a:ext cx="13563600" cy="210185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150" spc="700" dirty="0">
                <a:solidFill>
                  <a:srgbClr val="FFFFFF"/>
                </a:solidFill>
              </a:rPr>
              <a:t>Спасибо</a:t>
            </a:r>
            <a:r>
              <a:rPr sz="6150" spc="320" dirty="0">
                <a:solidFill>
                  <a:srgbClr val="FFFFFF"/>
                </a:solidFill>
              </a:rPr>
              <a:t> </a:t>
            </a:r>
            <a:r>
              <a:rPr sz="6150" spc="725" dirty="0">
                <a:solidFill>
                  <a:srgbClr val="FFFFFF"/>
                </a:solidFill>
              </a:rPr>
              <a:t>за</a:t>
            </a:r>
            <a:endParaRPr sz="6150" dirty="0"/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7400" spc="745" dirty="0">
                <a:solidFill>
                  <a:srgbClr val="FFFFFF"/>
                </a:solidFill>
              </a:rPr>
              <a:t>внимание!</a:t>
            </a:r>
            <a:endParaRPr sz="7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94FCFD1-44F8-96AD-1E5A-F70F2A294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050" y="-60325"/>
            <a:ext cx="16471019" cy="12353264"/>
          </a:xfrm>
          <a:prstGeom prst="rect">
            <a:avLst/>
          </a:prstGeom>
        </p:spPr>
      </p:pic>
      <p:sp>
        <p:nvSpPr>
          <p:cNvPr id="6" name="object 20">
            <a:extLst>
              <a:ext uri="{FF2B5EF4-FFF2-40B4-BE49-F238E27FC236}">
                <a16:creationId xmlns:a16="http://schemas.microsoft.com/office/drawing/2014/main" id="{7A9A2AFB-C9A8-79CD-0C1A-E8A7702DA4F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72677" y="10455275"/>
            <a:ext cx="1299210" cy="245109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200" dirty="0"/>
              <a:t>DOCHELPER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547</Words>
  <Application>Microsoft Office PowerPoint</Application>
  <PresentationFormat>Произвольный</PresentationFormat>
  <Paragraphs>103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Calibri</vt:lpstr>
      <vt:lpstr>Trebuchet MS</vt:lpstr>
      <vt:lpstr>Office Theme</vt:lpstr>
      <vt:lpstr>DocHelper Веб-приложение для автоматизированной подготовки служебных документов — записок, докладных, справок  и писем за 3 шага</vt:lpstr>
      <vt:lpstr>Проблема</vt:lpstr>
      <vt:lpstr>Идея</vt:lpstr>
      <vt:lpstr>Целевая аудитория и потребности</vt:lpstr>
      <vt:lpstr>Визуальное оформление и дизайн</vt:lpstr>
      <vt:lpstr>Презентация PowerPoint</vt:lpstr>
      <vt:lpstr>Презентация PowerPoint</vt:lpstr>
      <vt:lpstr>Презентация PowerPoint</vt:lpstr>
      <vt:lpstr>Архитектура системы</vt:lpstr>
      <vt:lpstr>Команда разработчиков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Анастасия</cp:lastModifiedBy>
  <cp:revision>1</cp:revision>
  <dcterms:created xsi:type="dcterms:W3CDTF">2026-09-13T15:29:20Z</dcterms:created>
  <dcterms:modified xsi:type="dcterms:W3CDTF">2026-09-13T15:59:52Z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2026-09-13T00:00:00Z</vt:filetime>
  </property>
  <property fmtid="{D5CDD505-2E9C-101B-9397-08002B2CF9AE}" pid="4" name="Creator">
    <vt:lpwstr>anonymous</vt:lpwstr>
  </property>
  <property fmtid="{D5CDD505-2E9C-101B-9397-08002B2CF9AE}" pid="5" name="LastSaved">
    <vt:filetime>2026-09-13T00:00:00Z</vt:filetime>
  </property>
  <property fmtid="{D5CDD505-2E9C-101B-9397-08002B2CF9AE}" pid="6" name="Producer">
    <vt:lpwstr>ReportLab PDF Library - (opensource)</vt:lpwstr>
  </property>
</Properties>
</file>